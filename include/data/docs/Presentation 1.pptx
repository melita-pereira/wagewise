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2BE322-A888-3C0D-8775-E2169BEF6E3C}" v="2169" dt="2025-12-01T03:26:06.556"/>
    <p1510:client id="{D9B27E24-8E77-BEEA-F515-FF1F1032CAC8}" v="100" dt="2025-12-01T03:41:50.7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10" Type="http://schemas.openxmlformats.org/officeDocument/2006/relationships/image" Target="../media/image39.svg"/><Relationship Id="rId4" Type="http://schemas.openxmlformats.org/officeDocument/2006/relationships/image" Target="../media/image33.svg"/><Relationship Id="rId9" Type="http://schemas.openxmlformats.org/officeDocument/2006/relationships/image" Target="../media/image38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10" Type="http://schemas.openxmlformats.org/officeDocument/2006/relationships/image" Target="../media/image39.svg"/><Relationship Id="rId4" Type="http://schemas.openxmlformats.org/officeDocument/2006/relationships/image" Target="../media/image33.svg"/><Relationship Id="rId9" Type="http://schemas.openxmlformats.org/officeDocument/2006/relationships/image" Target="../media/image3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7C8597-333A-4983-90E8-B92AE8A35DE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97B0663-D590-42F4-824C-FE2D6314C465}">
      <dgm:prSet/>
      <dgm:spPr/>
      <dgm:t>
        <a:bodyPr/>
        <a:lstStyle/>
        <a:p>
          <a:pPr>
            <a:defRPr cap="all"/>
          </a:pPr>
          <a:r>
            <a:rPr lang="en-GB"/>
            <a:t>Build a functional payroll management system in C++</a:t>
          </a:r>
          <a:endParaRPr lang="en-US"/>
        </a:p>
      </dgm:t>
    </dgm:pt>
    <dgm:pt modelId="{FCB69119-59B1-47CA-A192-1DCC55BC7CBE}" type="parTrans" cxnId="{F3CF8776-A8BA-42C9-9351-6F28FC6A353C}">
      <dgm:prSet/>
      <dgm:spPr/>
      <dgm:t>
        <a:bodyPr/>
        <a:lstStyle/>
        <a:p>
          <a:endParaRPr lang="en-US"/>
        </a:p>
      </dgm:t>
    </dgm:pt>
    <dgm:pt modelId="{35D1531E-E0C5-46A0-A829-8DC890B65C7A}" type="sibTrans" cxnId="{F3CF8776-A8BA-42C9-9351-6F28FC6A353C}">
      <dgm:prSet/>
      <dgm:spPr/>
      <dgm:t>
        <a:bodyPr/>
        <a:lstStyle/>
        <a:p>
          <a:endParaRPr lang="en-US"/>
        </a:p>
      </dgm:t>
    </dgm:pt>
    <dgm:pt modelId="{B49C6173-1AF1-4E1B-A964-7162E8728162}">
      <dgm:prSet/>
      <dgm:spPr/>
      <dgm:t>
        <a:bodyPr/>
        <a:lstStyle/>
        <a:p>
          <a:pPr>
            <a:defRPr cap="all"/>
          </a:pPr>
          <a:r>
            <a:rPr lang="en-GB"/>
            <a:t>Apply advanced OOP concepts (encapsulation, inheritance, polymorphism)</a:t>
          </a:r>
          <a:endParaRPr lang="en-US"/>
        </a:p>
      </dgm:t>
    </dgm:pt>
    <dgm:pt modelId="{71728B3F-8E80-423E-9227-7DF483A533CF}" type="parTrans" cxnId="{9A072545-E3C4-4812-93D9-30FED25E71D5}">
      <dgm:prSet/>
      <dgm:spPr/>
      <dgm:t>
        <a:bodyPr/>
        <a:lstStyle/>
        <a:p>
          <a:endParaRPr lang="en-US"/>
        </a:p>
      </dgm:t>
    </dgm:pt>
    <dgm:pt modelId="{BC83B154-05FE-4259-8DD1-E3F5D7D349C0}" type="sibTrans" cxnId="{9A072545-E3C4-4812-93D9-30FED25E71D5}">
      <dgm:prSet/>
      <dgm:spPr/>
      <dgm:t>
        <a:bodyPr/>
        <a:lstStyle/>
        <a:p>
          <a:endParaRPr lang="en-US"/>
        </a:p>
      </dgm:t>
    </dgm:pt>
    <dgm:pt modelId="{C0791823-D779-485A-AE1F-4B6E4A2DEEB7}">
      <dgm:prSet/>
      <dgm:spPr/>
      <dgm:t>
        <a:bodyPr/>
        <a:lstStyle/>
        <a:p>
          <a:pPr>
            <a:defRPr cap="all"/>
          </a:pPr>
          <a:r>
            <a:rPr lang="en-GB"/>
            <a:t>Integrate multiple design patterns in a meaningful way</a:t>
          </a:r>
          <a:endParaRPr lang="en-US"/>
        </a:p>
      </dgm:t>
    </dgm:pt>
    <dgm:pt modelId="{D97F4344-1D14-4EDC-90A0-6CABC4731FCB}" type="parTrans" cxnId="{1BE10BA7-E4C5-4F0E-9A1B-2D7FE81F6BD1}">
      <dgm:prSet/>
      <dgm:spPr/>
      <dgm:t>
        <a:bodyPr/>
        <a:lstStyle/>
        <a:p>
          <a:endParaRPr lang="en-US"/>
        </a:p>
      </dgm:t>
    </dgm:pt>
    <dgm:pt modelId="{DE586443-22FF-467D-8B58-320D7358F38F}" type="sibTrans" cxnId="{1BE10BA7-E4C5-4F0E-9A1B-2D7FE81F6BD1}">
      <dgm:prSet/>
      <dgm:spPr/>
      <dgm:t>
        <a:bodyPr/>
        <a:lstStyle/>
        <a:p>
          <a:endParaRPr lang="en-US"/>
        </a:p>
      </dgm:t>
    </dgm:pt>
    <dgm:pt modelId="{4843AF46-C515-4537-B0D1-A3994AD9E757}">
      <dgm:prSet/>
      <dgm:spPr/>
      <dgm:t>
        <a:bodyPr/>
        <a:lstStyle/>
        <a:p>
          <a:pPr>
            <a:defRPr cap="all"/>
          </a:pPr>
          <a:r>
            <a:rPr lang="en-GB"/>
            <a:t>Implement persistent storage using CSV file handling</a:t>
          </a:r>
          <a:endParaRPr lang="en-US"/>
        </a:p>
      </dgm:t>
    </dgm:pt>
    <dgm:pt modelId="{F13F07F2-28D6-4260-B4D7-DD2F77CD886F}" type="parTrans" cxnId="{A3D4FDDB-64CB-44C5-BE93-C68F1A4A7D18}">
      <dgm:prSet/>
      <dgm:spPr/>
      <dgm:t>
        <a:bodyPr/>
        <a:lstStyle/>
        <a:p>
          <a:endParaRPr lang="en-US"/>
        </a:p>
      </dgm:t>
    </dgm:pt>
    <dgm:pt modelId="{AC992F21-35FC-4B87-9771-EBAA56E18EA2}" type="sibTrans" cxnId="{A3D4FDDB-64CB-44C5-BE93-C68F1A4A7D18}">
      <dgm:prSet/>
      <dgm:spPr/>
      <dgm:t>
        <a:bodyPr/>
        <a:lstStyle/>
        <a:p>
          <a:endParaRPr lang="en-US"/>
        </a:p>
      </dgm:t>
    </dgm:pt>
    <dgm:pt modelId="{A06AE0BE-30E6-41E4-81DE-618D27995519}">
      <dgm:prSet/>
      <dgm:spPr/>
      <dgm:t>
        <a:bodyPr/>
        <a:lstStyle/>
        <a:p>
          <a:pPr>
            <a:defRPr cap="all"/>
          </a:pPr>
          <a:r>
            <a:rPr lang="en-GB"/>
            <a:t>Provide payroll admins with tools for managing employee records</a:t>
          </a:r>
          <a:endParaRPr lang="en-US"/>
        </a:p>
      </dgm:t>
    </dgm:pt>
    <dgm:pt modelId="{08321836-EBB0-4752-A4B0-929ED491C1A6}" type="parTrans" cxnId="{25DFC9EF-2C35-4419-8CC5-CF4B1CEEEAB3}">
      <dgm:prSet/>
      <dgm:spPr/>
      <dgm:t>
        <a:bodyPr/>
        <a:lstStyle/>
        <a:p>
          <a:endParaRPr lang="en-US"/>
        </a:p>
      </dgm:t>
    </dgm:pt>
    <dgm:pt modelId="{6EE682C4-5ADE-4A12-AE4A-17A77CE0952B}" type="sibTrans" cxnId="{25DFC9EF-2C35-4419-8CC5-CF4B1CEEEAB3}">
      <dgm:prSet/>
      <dgm:spPr/>
      <dgm:t>
        <a:bodyPr/>
        <a:lstStyle/>
        <a:p>
          <a:endParaRPr lang="en-US"/>
        </a:p>
      </dgm:t>
    </dgm:pt>
    <dgm:pt modelId="{71B33A1D-A49C-4312-89FB-6C9492A27896}">
      <dgm:prSet/>
      <dgm:spPr/>
      <dgm:t>
        <a:bodyPr/>
        <a:lstStyle/>
        <a:p>
          <a:pPr>
            <a:defRPr cap="all"/>
          </a:pPr>
          <a:r>
            <a:rPr lang="en-GB"/>
            <a:t>Support hourly vs salaried employees with dynamic pay calculation</a:t>
          </a:r>
          <a:endParaRPr lang="en-US"/>
        </a:p>
      </dgm:t>
    </dgm:pt>
    <dgm:pt modelId="{8AD67EFE-2A9A-4CDF-8D56-8D64DAF5D160}" type="parTrans" cxnId="{8217B6F5-B6C4-4442-8742-EACBBFFFFA62}">
      <dgm:prSet/>
      <dgm:spPr/>
      <dgm:t>
        <a:bodyPr/>
        <a:lstStyle/>
        <a:p>
          <a:endParaRPr lang="en-US"/>
        </a:p>
      </dgm:t>
    </dgm:pt>
    <dgm:pt modelId="{16B895A3-2A52-43D7-9579-75DF3B7EB770}" type="sibTrans" cxnId="{8217B6F5-B6C4-4442-8742-EACBBFFFFA62}">
      <dgm:prSet/>
      <dgm:spPr/>
      <dgm:t>
        <a:bodyPr/>
        <a:lstStyle/>
        <a:p>
          <a:endParaRPr lang="en-US"/>
        </a:p>
      </dgm:t>
    </dgm:pt>
    <dgm:pt modelId="{584431E6-EEEF-41B0-8C3A-6B05687F5DC3}">
      <dgm:prSet/>
      <dgm:spPr/>
      <dgm:t>
        <a:bodyPr/>
        <a:lstStyle/>
        <a:p>
          <a:pPr>
            <a:defRPr cap="all"/>
          </a:pPr>
          <a:r>
            <a:rPr lang="en-GB"/>
            <a:t>Generate payslips with adjustments (bonus/penalty)</a:t>
          </a:r>
          <a:endParaRPr lang="en-US"/>
        </a:p>
      </dgm:t>
    </dgm:pt>
    <dgm:pt modelId="{6CD9F8FE-05DB-4A0C-A5BB-2A55DDC406ED}" type="parTrans" cxnId="{C2E9DBD0-9212-401C-BA45-28DA9DCCA4AB}">
      <dgm:prSet/>
      <dgm:spPr/>
      <dgm:t>
        <a:bodyPr/>
        <a:lstStyle/>
        <a:p>
          <a:endParaRPr lang="en-US"/>
        </a:p>
      </dgm:t>
    </dgm:pt>
    <dgm:pt modelId="{5CA11D68-531C-4F0E-A640-E341EBE8FFC6}" type="sibTrans" cxnId="{C2E9DBD0-9212-401C-BA45-28DA9DCCA4AB}">
      <dgm:prSet/>
      <dgm:spPr/>
      <dgm:t>
        <a:bodyPr/>
        <a:lstStyle/>
        <a:p>
          <a:endParaRPr lang="en-US"/>
        </a:p>
      </dgm:t>
    </dgm:pt>
    <dgm:pt modelId="{1E341306-EC1D-4BAE-AC6A-A2E53B419713}" type="pres">
      <dgm:prSet presAssocID="{417C8597-333A-4983-90E8-B92AE8A35DE1}" presName="root" presStyleCnt="0">
        <dgm:presLayoutVars>
          <dgm:dir/>
          <dgm:resizeHandles val="exact"/>
        </dgm:presLayoutVars>
      </dgm:prSet>
      <dgm:spPr/>
    </dgm:pt>
    <dgm:pt modelId="{4008D8EF-7A07-4B8D-9FB8-07A1E5D893D1}" type="pres">
      <dgm:prSet presAssocID="{397B0663-D590-42F4-824C-FE2D6314C465}" presName="compNode" presStyleCnt="0"/>
      <dgm:spPr/>
    </dgm:pt>
    <dgm:pt modelId="{0DC08BA3-068E-4A01-912F-A0889F61A8B7}" type="pres">
      <dgm:prSet presAssocID="{397B0663-D590-42F4-824C-FE2D6314C465}" presName="iconBgRect" presStyleLbl="bgShp" presStyleIdx="0" presStyleCnt="7"/>
      <dgm:spPr/>
    </dgm:pt>
    <dgm:pt modelId="{C43F5981-75EF-447A-902F-BE327AF49838}" type="pres">
      <dgm:prSet presAssocID="{397B0663-D590-42F4-824C-FE2D6314C465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BF014098-B624-45DC-9D02-888BF95B2FBE}" type="pres">
      <dgm:prSet presAssocID="{397B0663-D590-42F4-824C-FE2D6314C465}" presName="spaceRect" presStyleCnt="0"/>
      <dgm:spPr/>
    </dgm:pt>
    <dgm:pt modelId="{0741F637-F758-44A8-B763-4E1FD9BBCD8E}" type="pres">
      <dgm:prSet presAssocID="{397B0663-D590-42F4-824C-FE2D6314C465}" presName="textRect" presStyleLbl="revTx" presStyleIdx="0" presStyleCnt="7">
        <dgm:presLayoutVars>
          <dgm:chMax val="1"/>
          <dgm:chPref val="1"/>
        </dgm:presLayoutVars>
      </dgm:prSet>
      <dgm:spPr/>
    </dgm:pt>
    <dgm:pt modelId="{DEB18A68-4FB9-499B-9A15-6468C117E322}" type="pres">
      <dgm:prSet presAssocID="{35D1531E-E0C5-46A0-A829-8DC890B65C7A}" presName="sibTrans" presStyleCnt="0"/>
      <dgm:spPr/>
    </dgm:pt>
    <dgm:pt modelId="{2A3C3449-2D10-49F7-A7FF-DE36AD3028F3}" type="pres">
      <dgm:prSet presAssocID="{B49C6173-1AF1-4E1B-A964-7162E8728162}" presName="compNode" presStyleCnt="0"/>
      <dgm:spPr/>
    </dgm:pt>
    <dgm:pt modelId="{AB83F53D-C4F9-4F9F-9204-E40BD347287A}" type="pres">
      <dgm:prSet presAssocID="{B49C6173-1AF1-4E1B-A964-7162E8728162}" presName="iconBgRect" presStyleLbl="bgShp" presStyleIdx="1" presStyleCnt="7"/>
      <dgm:spPr/>
    </dgm:pt>
    <dgm:pt modelId="{D1BACFD1-2F9F-4E0D-B39B-A1943F5AF78C}" type="pres">
      <dgm:prSet presAssocID="{B49C6173-1AF1-4E1B-A964-7162E8728162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058E75CA-8D76-43E9-8C31-69CE2F9C8448}" type="pres">
      <dgm:prSet presAssocID="{B49C6173-1AF1-4E1B-A964-7162E8728162}" presName="spaceRect" presStyleCnt="0"/>
      <dgm:spPr/>
    </dgm:pt>
    <dgm:pt modelId="{FACD7BEE-FB82-4447-B561-D3A169706A43}" type="pres">
      <dgm:prSet presAssocID="{B49C6173-1AF1-4E1B-A964-7162E8728162}" presName="textRect" presStyleLbl="revTx" presStyleIdx="1" presStyleCnt="7">
        <dgm:presLayoutVars>
          <dgm:chMax val="1"/>
          <dgm:chPref val="1"/>
        </dgm:presLayoutVars>
      </dgm:prSet>
      <dgm:spPr/>
    </dgm:pt>
    <dgm:pt modelId="{B2815D73-C324-4C07-8F76-BA80B26E43FA}" type="pres">
      <dgm:prSet presAssocID="{BC83B154-05FE-4259-8DD1-E3F5D7D349C0}" presName="sibTrans" presStyleCnt="0"/>
      <dgm:spPr/>
    </dgm:pt>
    <dgm:pt modelId="{DCB68C3D-3D75-4A2E-804C-C261A9D5461A}" type="pres">
      <dgm:prSet presAssocID="{C0791823-D779-485A-AE1F-4B6E4A2DEEB7}" presName="compNode" presStyleCnt="0"/>
      <dgm:spPr/>
    </dgm:pt>
    <dgm:pt modelId="{AA4E5C66-8AD1-4132-ABAE-1B822E470C81}" type="pres">
      <dgm:prSet presAssocID="{C0791823-D779-485A-AE1F-4B6E4A2DEEB7}" presName="iconBgRect" presStyleLbl="bgShp" presStyleIdx="2" presStyleCnt="7"/>
      <dgm:spPr/>
    </dgm:pt>
    <dgm:pt modelId="{28604DB6-97A4-4B21-9B36-ADD2BA1AD277}" type="pres">
      <dgm:prSet presAssocID="{C0791823-D779-485A-AE1F-4B6E4A2DEEB7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FE3F841-4850-4ED2-8290-B6A45073734C}" type="pres">
      <dgm:prSet presAssocID="{C0791823-D779-485A-AE1F-4B6E4A2DEEB7}" presName="spaceRect" presStyleCnt="0"/>
      <dgm:spPr/>
    </dgm:pt>
    <dgm:pt modelId="{21575675-DAC9-4543-B9E8-B31C413976FF}" type="pres">
      <dgm:prSet presAssocID="{C0791823-D779-485A-AE1F-4B6E4A2DEEB7}" presName="textRect" presStyleLbl="revTx" presStyleIdx="2" presStyleCnt="7">
        <dgm:presLayoutVars>
          <dgm:chMax val="1"/>
          <dgm:chPref val="1"/>
        </dgm:presLayoutVars>
      </dgm:prSet>
      <dgm:spPr/>
    </dgm:pt>
    <dgm:pt modelId="{B8E46BB1-6089-4474-B48E-C347832F2FBF}" type="pres">
      <dgm:prSet presAssocID="{DE586443-22FF-467D-8B58-320D7358F38F}" presName="sibTrans" presStyleCnt="0"/>
      <dgm:spPr/>
    </dgm:pt>
    <dgm:pt modelId="{F4F0A66A-228D-4710-99D5-708C30848DC1}" type="pres">
      <dgm:prSet presAssocID="{4843AF46-C515-4537-B0D1-A3994AD9E757}" presName="compNode" presStyleCnt="0"/>
      <dgm:spPr/>
    </dgm:pt>
    <dgm:pt modelId="{DAEAB9A4-AE4B-42E6-AD7C-89DED048108F}" type="pres">
      <dgm:prSet presAssocID="{4843AF46-C515-4537-B0D1-A3994AD9E757}" presName="iconBgRect" presStyleLbl="bgShp" presStyleIdx="3" presStyleCnt="7"/>
      <dgm:spPr/>
    </dgm:pt>
    <dgm:pt modelId="{7D59CC26-23B0-4F9C-B5FA-0B122EDE5E80}" type="pres">
      <dgm:prSet presAssocID="{4843AF46-C515-4537-B0D1-A3994AD9E757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9F2BC621-E1F5-438E-9A29-9A655FDDFB26}" type="pres">
      <dgm:prSet presAssocID="{4843AF46-C515-4537-B0D1-A3994AD9E757}" presName="spaceRect" presStyleCnt="0"/>
      <dgm:spPr/>
    </dgm:pt>
    <dgm:pt modelId="{DF5BAFC8-9B62-40E9-B8B8-541319715148}" type="pres">
      <dgm:prSet presAssocID="{4843AF46-C515-4537-B0D1-A3994AD9E757}" presName="textRect" presStyleLbl="revTx" presStyleIdx="3" presStyleCnt="7">
        <dgm:presLayoutVars>
          <dgm:chMax val="1"/>
          <dgm:chPref val="1"/>
        </dgm:presLayoutVars>
      </dgm:prSet>
      <dgm:spPr/>
    </dgm:pt>
    <dgm:pt modelId="{8B1C24B1-D4EA-41ED-928E-0B3D06A7D9EA}" type="pres">
      <dgm:prSet presAssocID="{AC992F21-35FC-4B87-9771-EBAA56E18EA2}" presName="sibTrans" presStyleCnt="0"/>
      <dgm:spPr/>
    </dgm:pt>
    <dgm:pt modelId="{89C31567-E217-407C-945A-3EE2D97C6F24}" type="pres">
      <dgm:prSet presAssocID="{A06AE0BE-30E6-41E4-81DE-618D27995519}" presName="compNode" presStyleCnt="0"/>
      <dgm:spPr/>
    </dgm:pt>
    <dgm:pt modelId="{E7DD5382-3743-4FF6-97A1-F4D8A4E5D0D3}" type="pres">
      <dgm:prSet presAssocID="{A06AE0BE-30E6-41E4-81DE-618D27995519}" presName="iconBgRect" presStyleLbl="bgShp" presStyleIdx="4" presStyleCnt="7"/>
      <dgm:spPr/>
    </dgm:pt>
    <dgm:pt modelId="{EC138979-29AC-48F1-AD5C-D44C3997019E}" type="pres">
      <dgm:prSet presAssocID="{A06AE0BE-30E6-41E4-81DE-618D27995519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10AD99C9-605F-4196-A988-8BB336D5E15C}" type="pres">
      <dgm:prSet presAssocID="{A06AE0BE-30E6-41E4-81DE-618D27995519}" presName="spaceRect" presStyleCnt="0"/>
      <dgm:spPr/>
    </dgm:pt>
    <dgm:pt modelId="{21203EB2-2588-4ADF-AE72-453EF4A87B78}" type="pres">
      <dgm:prSet presAssocID="{A06AE0BE-30E6-41E4-81DE-618D27995519}" presName="textRect" presStyleLbl="revTx" presStyleIdx="4" presStyleCnt="7">
        <dgm:presLayoutVars>
          <dgm:chMax val="1"/>
          <dgm:chPref val="1"/>
        </dgm:presLayoutVars>
      </dgm:prSet>
      <dgm:spPr/>
    </dgm:pt>
    <dgm:pt modelId="{352A1B1A-6625-45C9-8FAA-BEC914259ABA}" type="pres">
      <dgm:prSet presAssocID="{6EE682C4-5ADE-4A12-AE4A-17A77CE0952B}" presName="sibTrans" presStyleCnt="0"/>
      <dgm:spPr/>
    </dgm:pt>
    <dgm:pt modelId="{918BD982-33FD-458E-8BC6-BD543FDB133C}" type="pres">
      <dgm:prSet presAssocID="{71B33A1D-A49C-4312-89FB-6C9492A27896}" presName="compNode" presStyleCnt="0"/>
      <dgm:spPr/>
    </dgm:pt>
    <dgm:pt modelId="{C71290E6-50F5-4F70-85B3-AA245A7D64D9}" type="pres">
      <dgm:prSet presAssocID="{71B33A1D-A49C-4312-89FB-6C9492A27896}" presName="iconBgRect" presStyleLbl="bgShp" presStyleIdx="5" presStyleCnt="7"/>
      <dgm:spPr/>
    </dgm:pt>
    <dgm:pt modelId="{749E4DD2-A6C8-4786-BEBE-5D4A124ABF1C}" type="pres">
      <dgm:prSet presAssocID="{71B33A1D-A49C-4312-89FB-6C9492A27896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863E6497-9E13-4A3F-B866-1BCD9BFFF8C2}" type="pres">
      <dgm:prSet presAssocID="{71B33A1D-A49C-4312-89FB-6C9492A27896}" presName="spaceRect" presStyleCnt="0"/>
      <dgm:spPr/>
    </dgm:pt>
    <dgm:pt modelId="{C6CE9C86-72F1-47F6-BA49-C0A8D4403A8C}" type="pres">
      <dgm:prSet presAssocID="{71B33A1D-A49C-4312-89FB-6C9492A27896}" presName="textRect" presStyleLbl="revTx" presStyleIdx="5" presStyleCnt="7">
        <dgm:presLayoutVars>
          <dgm:chMax val="1"/>
          <dgm:chPref val="1"/>
        </dgm:presLayoutVars>
      </dgm:prSet>
      <dgm:spPr/>
    </dgm:pt>
    <dgm:pt modelId="{35D0F148-A98C-4105-B68A-3D20C6C2D814}" type="pres">
      <dgm:prSet presAssocID="{16B895A3-2A52-43D7-9579-75DF3B7EB770}" presName="sibTrans" presStyleCnt="0"/>
      <dgm:spPr/>
    </dgm:pt>
    <dgm:pt modelId="{F4423AB6-C290-4D5B-98E5-60828892F5FC}" type="pres">
      <dgm:prSet presAssocID="{584431E6-EEEF-41B0-8C3A-6B05687F5DC3}" presName="compNode" presStyleCnt="0"/>
      <dgm:spPr/>
    </dgm:pt>
    <dgm:pt modelId="{0913170B-EAD8-44F9-A513-A9AEAED872FF}" type="pres">
      <dgm:prSet presAssocID="{584431E6-EEEF-41B0-8C3A-6B05687F5DC3}" presName="iconBgRect" presStyleLbl="bgShp" presStyleIdx="6" presStyleCnt="7"/>
      <dgm:spPr/>
    </dgm:pt>
    <dgm:pt modelId="{44ABD780-1F27-4171-BDD2-1CE5E7E9CE5E}" type="pres">
      <dgm:prSet presAssocID="{584431E6-EEEF-41B0-8C3A-6B05687F5DC3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B7E24F83-39A7-446E-8209-A7EACF75029A}" type="pres">
      <dgm:prSet presAssocID="{584431E6-EEEF-41B0-8C3A-6B05687F5DC3}" presName="spaceRect" presStyleCnt="0"/>
      <dgm:spPr/>
    </dgm:pt>
    <dgm:pt modelId="{C6DEC43E-07B8-49C4-96EF-9D57DDAA3446}" type="pres">
      <dgm:prSet presAssocID="{584431E6-EEEF-41B0-8C3A-6B05687F5DC3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54037603-96EF-4C98-8914-C1737392DEE8}" type="presOf" srcId="{A06AE0BE-30E6-41E4-81DE-618D27995519}" destId="{21203EB2-2588-4ADF-AE72-453EF4A87B78}" srcOrd="0" destOrd="0" presId="urn:microsoft.com/office/officeart/2018/5/layout/IconCircleLabelList"/>
    <dgm:cxn modelId="{2B1D6214-227C-4880-B44A-0C55B3BAC628}" type="presOf" srcId="{4843AF46-C515-4537-B0D1-A3994AD9E757}" destId="{DF5BAFC8-9B62-40E9-B8B8-541319715148}" srcOrd="0" destOrd="0" presId="urn:microsoft.com/office/officeart/2018/5/layout/IconCircleLabelList"/>
    <dgm:cxn modelId="{82672B21-1E71-45DE-A3A2-19E668A312F5}" type="presOf" srcId="{71B33A1D-A49C-4312-89FB-6C9492A27896}" destId="{C6CE9C86-72F1-47F6-BA49-C0A8D4403A8C}" srcOrd="0" destOrd="0" presId="urn:microsoft.com/office/officeart/2018/5/layout/IconCircleLabelList"/>
    <dgm:cxn modelId="{9A072545-E3C4-4812-93D9-30FED25E71D5}" srcId="{417C8597-333A-4983-90E8-B92AE8A35DE1}" destId="{B49C6173-1AF1-4E1B-A964-7162E8728162}" srcOrd="1" destOrd="0" parTransId="{71728B3F-8E80-423E-9227-7DF483A533CF}" sibTransId="{BC83B154-05FE-4259-8DD1-E3F5D7D349C0}"/>
    <dgm:cxn modelId="{F3CF8776-A8BA-42C9-9351-6F28FC6A353C}" srcId="{417C8597-333A-4983-90E8-B92AE8A35DE1}" destId="{397B0663-D590-42F4-824C-FE2D6314C465}" srcOrd="0" destOrd="0" parTransId="{FCB69119-59B1-47CA-A192-1DCC55BC7CBE}" sibTransId="{35D1531E-E0C5-46A0-A829-8DC890B65C7A}"/>
    <dgm:cxn modelId="{58E06880-E772-48D3-9026-C37C7730BBD3}" type="presOf" srcId="{C0791823-D779-485A-AE1F-4B6E4A2DEEB7}" destId="{21575675-DAC9-4543-B9E8-B31C413976FF}" srcOrd="0" destOrd="0" presId="urn:microsoft.com/office/officeart/2018/5/layout/IconCircleLabelList"/>
    <dgm:cxn modelId="{A9D48F93-DF9B-487B-AEB7-D7CC409DE084}" type="presOf" srcId="{397B0663-D590-42F4-824C-FE2D6314C465}" destId="{0741F637-F758-44A8-B763-4E1FD9BBCD8E}" srcOrd="0" destOrd="0" presId="urn:microsoft.com/office/officeart/2018/5/layout/IconCircleLabelList"/>
    <dgm:cxn modelId="{54320A9D-218E-4466-AFA8-CB02015C49F8}" type="presOf" srcId="{417C8597-333A-4983-90E8-B92AE8A35DE1}" destId="{1E341306-EC1D-4BAE-AC6A-A2E53B419713}" srcOrd="0" destOrd="0" presId="urn:microsoft.com/office/officeart/2018/5/layout/IconCircleLabelList"/>
    <dgm:cxn modelId="{1BE10BA7-E4C5-4F0E-9A1B-2D7FE81F6BD1}" srcId="{417C8597-333A-4983-90E8-B92AE8A35DE1}" destId="{C0791823-D779-485A-AE1F-4B6E4A2DEEB7}" srcOrd="2" destOrd="0" parTransId="{D97F4344-1D14-4EDC-90A0-6CABC4731FCB}" sibTransId="{DE586443-22FF-467D-8B58-320D7358F38F}"/>
    <dgm:cxn modelId="{79EEFDBA-04C5-4E9A-A53C-C78ECC28573A}" type="presOf" srcId="{584431E6-EEEF-41B0-8C3A-6B05687F5DC3}" destId="{C6DEC43E-07B8-49C4-96EF-9D57DDAA3446}" srcOrd="0" destOrd="0" presId="urn:microsoft.com/office/officeart/2018/5/layout/IconCircleLabelList"/>
    <dgm:cxn modelId="{C2E9DBD0-9212-401C-BA45-28DA9DCCA4AB}" srcId="{417C8597-333A-4983-90E8-B92AE8A35DE1}" destId="{584431E6-EEEF-41B0-8C3A-6B05687F5DC3}" srcOrd="6" destOrd="0" parTransId="{6CD9F8FE-05DB-4A0C-A5BB-2A55DDC406ED}" sibTransId="{5CA11D68-531C-4F0E-A640-E341EBE8FFC6}"/>
    <dgm:cxn modelId="{A3D4FDDB-64CB-44C5-BE93-C68F1A4A7D18}" srcId="{417C8597-333A-4983-90E8-B92AE8A35DE1}" destId="{4843AF46-C515-4537-B0D1-A3994AD9E757}" srcOrd="3" destOrd="0" parTransId="{F13F07F2-28D6-4260-B4D7-DD2F77CD886F}" sibTransId="{AC992F21-35FC-4B87-9771-EBAA56E18EA2}"/>
    <dgm:cxn modelId="{39415ADC-3B9F-42A2-A827-BD7ABCC3CA11}" type="presOf" srcId="{B49C6173-1AF1-4E1B-A964-7162E8728162}" destId="{FACD7BEE-FB82-4447-B561-D3A169706A43}" srcOrd="0" destOrd="0" presId="urn:microsoft.com/office/officeart/2018/5/layout/IconCircleLabelList"/>
    <dgm:cxn modelId="{25DFC9EF-2C35-4419-8CC5-CF4B1CEEEAB3}" srcId="{417C8597-333A-4983-90E8-B92AE8A35DE1}" destId="{A06AE0BE-30E6-41E4-81DE-618D27995519}" srcOrd="4" destOrd="0" parTransId="{08321836-EBB0-4752-A4B0-929ED491C1A6}" sibTransId="{6EE682C4-5ADE-4A12-AE4A-17A77CE0952B}"/>
    <dgm:cxn modelId="{8217B6F5-B6C4-4442-8742-EACBBFFFFA62}" srcId="{417C8597-333A-4983-90E8-B92AE8A35DE1}" destId="{71B33A1D-A49C-4312-89FB-6C9492A27896}" srcOrd="5" destOrd="0" parTransId="{8AD67EFE-2A9A-4CDF-8D56-8D64DAF5D160}" sibTransId="{16B895A3-2A52-43D7-9579-75DF3B7EB770}"/>
    <dgm:cxn modelId="{EA47A77B-6B2D-4C37-8243-4DAE15820A64}" type="presParOf" srcId="{1E341306-EC1D-4BAE-AC6A-A2E53B419713}" destId="{4008D8EF-7A07-4B8D-9FB8-07A1E5D893D1}" srcOrd="0" destOrd="0" presId="urn:microsoft.com/office/officeart/2018/5/layout/IconCircleLabelList"/>
    <dgm:cxn modelId="{CEB126CE-5FC9-4C1F-B4F7-43BC6CE1A433}" type="presParOf" srcId="{4008D8EF-7A07-4B8D-9FB8-07A1E5D893D1}" destId="{0DC08BA3-068E-4A01-912F-A0889F61A8B7}" srcOrd="0" destOrd="0" presId="urn:microsoft.com/office/officeart/2018/5/layout/IconCircleLabelList"/>
    <dgm:cxn modelId="{2FF128F4-9933-4550-9FAF-6509C9B787F7}" type="presParOf" srcId="{4008D8EF-7A07-4B8D-9FB8-07A1E5D893D1}" destId="{C43F5981-75EF-447A-902F-BE327AF49838}" srcOrd="1" destOrd="0" presId="urn:microsoft.com/office/officeart/2018/5/layout/IconCircleLabelList"/>
    <dgm:cxn modelId="{241C883C-5B0B-4C2A-B417-543C6D3CECCD}" type="presParOf" srcId="{4008D8EF-7A07-4B8D-9FB8-07A1E5D893D1}" destId="{BF014098-B624-45DC-9D02-888BF95B2FBE}" srcOrd="2" destOrd="0" presId="urn:microsoft.com/office/officeart/2018/5/layout/IconCircleLabelList"/>
    <dgm:cxn modelId="{C982E434-E02B-4429-9D86-8452C466FC07}" type="presParOf" srcId="{4008D8EF-7A07-4B8D-9FB8-07A1E5D893D1}" destId="{0741F637-F758-44A8-B763-4E1FD9BBCD8E}" srcOrd="3" destOrd="0" presId="urn:microsoft.com/office/officeart/2018/5/layout/IconCircleLabelList"/>
    <dgm:cxn modelId="{15B3DC63-A186-4B4A-BFC1-49D07D1E7080}" type="presParOf" srcId="{1E341306-EC1D-4BAE-AC6A-A2E53B419713}" destId="{DEB18A68-4FB9-499B-9A15-6468C117E322}" srcOrd="1" destOrd="0" presId="urn:microsoft.com/office/officeart/2018/5/layout/IconCircleLabelList"/>
    <dgm:cxn modelId="{BF7A91E4-D548-434B-BA93-E8327AAD993E}" type="presParOf" srcId="{1E341306-EC1D-4BAE-AC6A-A2E53B419713}" destId="{2A3C3449-2D10-49F7-A7FF-DE36AD3028F3}" srcOrd="2" destOrd="0" presId="urn:microsoft.com/office/officeart/2018/5/layout/IconCircleLabelList"/>
    <dgm:cxn modelId="{9DBDEDF0-B89E-4EC0-92CC-53277CC57517}" type="presParOf" srcId="{2A3C3449-2D10-49F7-A7FF-DE36AD3028F3}" destId="{AB83F53D-C4F9-4F9F-9204-E40BD347287A}" srcOrd="0" destOrd="0" presId="urn:microsoft.com/office/officeart/2018/5/layout/IconCircleLabelList"/>
    <dgm:cxn modelId="{DFDFAAEB-7D5E-4DFC-B2EB-311186F29C8D}" type="presParOf" srcId="{2A3C3449-2D10-49F7-A7FF-DE36AD3028F3}" destId="{D1BACFD1-2F9F-4E0D-B39B-A1943F5AF78C}" srcOrd="1" destOrd="0" presId="urn:microsoft.com/office/officeart/2018/5/layout/IconCircleLabelList"/>
    <dgm:cxn modelId="{839A232E-1925-4CC6-99BC-9C9ECE87A1BE}" type="presParOf" srcId="{2A3C3449-2D10-49F7-A7FF-DE36AD3028F3}" destId="{058E75CA-8D76-43E9-8C31-69CE2F9C8448}" srcOrd="2" destOrd="0" presId="urn:microsoft.com/office/officeart/2018/5/layout/IconCircleLabelList"/>
    <dgm:cxn modelId="{57E49416-5C6A-4F9D-AC0E-24C771BE5830}" type="presParOf" srcId="{2A3C3449-2D10-49F7-A7FF-DE36AD3028F3}" destId="{FACD7BEE-FB82-4447-B561-D3A169706A43}" srcOrd="3" destOrd="0" presId="urn:microsoft.com/office/officeart/2018/5/layout/IconCircleLabelList"/>
    <dgm:cxn modelId="{3BAF9E77-50C5-45CB-B699-14E1DD9474A8}" type="presParOf" srcId="{1E341306-EC1D-4BAE-AC6A-A2E53B419713}" destId="{B2815D73-C324-4C07-8F76-BA80B26E43FA}" srcOrd="3" destOrd="0" presId="urn:microsoft.com/office/officeart/2018/5/layout/IconCircleLabelList"/>
    <dgm:cxn modelId="{540A1340-36EA-4AC8-A4D8-46F0D7095FFB}" type="presParOf" srcId="{1E341306-EC1D-4BAE-AC6A-A2E53B419713}" destId="{DCB68C3D-3D75-4A2E-804C-C261A9D5461A}" srcOrd="4" destOrd="0" presId="urn:microsoft.com/office/officeart/2018/5/layout/IconCircleLabelList"/>
    <dgm:cxn modelId="{2C5FEB7C-D3E9-4643-A282-6B28A8772E34}" type="presParOf" srcId="{DCB68C3D-3D75-4A2E-804C-C261A9D5461A}" destId="{AA4E5C66-8AD1-4132-ABAE-1B822E470C81}" srcOrd="0" destOrd="0" presId="urn:microsoft.com/office/officeart/2018/5/layout/IconCircleLabelList"/>
    <dgm:cxn modelId="{F5F713CA-1EEF-4D4B-8A38-C30A13733089}" type="presParOf" srcId="{DCB68C3D-3D75-4A2E-804C-C261A9D5461A}" destId="{28604DB6-97A4-4B21-9B36-ADD2BA1AD277}" srcOrd="1" destOrd="0" presId="urn:microsoft.com/office/officeart/2018/5/layout/IconCircleLabelList"/>
    <dgm:cxn modelId="{06241150-8CCD-4E7B-A0CB-D7586A6EB08F}" type="presParOf" srcId="{DCB68C3D-3D75-4A2E-804C-C261A9D5461A}" destId="{EFE3F841-4850-4ED2-8290-B6A45073734C}" srcOrd="2" destOrd="0" presId="urn:microsoft.com/office/officeart/2018/5/layout/IconCircleLabelList"/>
    <dgm:cxn modelId="{189BBA33-7CCF-488C-BA70-CB3C031397F7}" type="presParOf" srcId="{DCB68C3D-3D75-4A2E-804C-C261A9D5461A}" destId="{21575675-DAC9-4543-B9E8-B31C413976FF}" srcOrd="3" destOrd="0" presId="urn:microsoft.com/office/officeart/2018/5/layout/IconCircleLabelList"/>
    <dgm:cxn modelId="{5829ACD9-765E-479B-A012-D6425306741B}" type="presParOf" srcId="{1E341306-EC1D-4BAE-AC6A-A2E53B419713}" destId="{B8E46BB1-6089-4474-B48E-C347832F2FBF}" srcOrd="5" destOrd="0" presId="urn:microsoft.com/office/officeart/2018/5/layout/IconCircleLabelList"/>
    <dgm:cxn modelId="{C2CA8A51-C693-4C84-A59B-D473811AE22A}" type="presParOf" srcId="{1E341306-EC1D-4BAE-AC6A-A2E53B419713}" destId="{F4F0A66A-228D-4710-99D5-708C30848DC1}" srcOrd="6" destOrd="0" presId="urn:microsoft.com/office/officeart/2018/5/layout/IconCircleLabelList"/>
    <dgm:cxn modelId="{5604B0E3-B310-43BC-88A2-3FBA60F2DFF7}" type="presParOf" srcId="{F4F0A66A-228D-4710-99D5-708C30848DC1}" destId="{DAEAB9A4-AE4B-42E6-AD7C-89DED048108F}" srcOrd="0" destOrd="0" presId="urn:microsoft.com/office/officeart/2018/5/layout/IconCircleLabelList"/>
    <dgm:cxn modelId="{689D1932-37C1-4EDB-9F81-897268D1ADDB}" type="presParOf" srcId="{F4F0A66A-228D-4710-99D5-708C30848DC1}" destId="{7D59CC26-23B0-4F9C-B5FA-0B122EDE5E80}" srcOrd="1" destOrd="0" presId="urn:microsoft.com/office/officeart/2018/5/layout/IconCircleLabelList"/>
    <dgm:cxn modelId="{E175D25D-0B84-46A4-9212-56C706F42454}" type="presParOf" srcId="{F4F0A66A-228D-4710-99D5-708C30848DC1}" destId="{9F2BC621-E1F5-438E-9A29-9A655FDDFB26}" srcOrd="2" destOrd="0" presId="urn:microsoft.com/office/officeart/2018/5/layout/IconCircleLabelList"/>
    <dgm:cxn modelId="{E1F433F9-29B3-4548-8696-1114FF0A81B0}" type="presParOf" srcId="{F4F0A66A-228D-4710-99D5-708C30848DC1}" destId="{DF5BAFC8-9B62-40E9-B8B8-541319715148}" srcOrd="3" destOrd="0" presId="urn:microsoft.com/office/officeart/2018/5/layout/IconCircleLabelList"/>
    <dgm:cxn modelId="{841E31E9-B54E-4A0E-A0B8-8654DBA3EE9E}" type="presParOf" srcId="{1E341306-EC1D-4BAE-AC6A-A2E53B419713}" destId="{8B1C24B1-D4EA-41ED-928E-0B3D06A7D9EA}" srcOrd="7" destOrd="0" presId="urn:microsoft.com/office/officeart/2018/5/layout/IconCircleLabelList"/>
    <dgm:cxn modelId="{03B51403-0C63-4043-A56C-3601C0BDB72E}" type="presParOf" srcId="{1E341306-EC1D-4BAE-AC6A-A2E53B419713}" destId="{89C31567-E217-407C-945A-3EE2D97C6F24}" srcOrd="8" destOrd="0" presId="urn:microsoft.com/office/officeart/2018/5/layout/IconCircleLabelList"/>
    <dgm:cxn modelId="{6BA7F7FA-D09C-4AF2-98E8-04DD3BBA6539}" type="presParOf" srcId="{89C31567-E217-407C-945A-3EE2D97C6F24}" destId="{E7DD5382-3743-4FF6-97A1-F4D8A4E5D0D3}" srcOrd="0" destOrd="0" presId="urn:microsoft.com/office/officeart/2018/5/layout/IconCircleLabelList"/>
    <dgm:cxn modelId="{AA488420-7665-468A-A17D-963058B842F2}" type="presParOf" srcId="{89C31567-E217-407C-945A-3EE2D97C6F24}" destId="{EC138979-29AC-48F1-AD5C-D44C3997019E}" srcOrd="1" destOrd="0" presId="urn:microsoft.com/office/officeart/2018/5/layout/IconCircleLabelList"/>
    <dgm:cxn modelId="{DFED3146-3A3D-4475-881F-42DE9FEAAB8F}" type="presParOf" srcId="{89C31567-E217-407C-945A-3EE2D97C6F24}" destId="{10AD99C9-605F-4196-A988-8BB336D5E15C}" srcOrd="2" destOrd="0" presId="urn:microsoft.com/office/officeart/2018/5/layout/IconCircleLabelList"/>
    <dgm:cxn modelId="{0FB0532C-E117-4C69-B9D7-F38037A8A458}" type="presParOf" srcId="{89C31567-E217-407C-945A-3EE2D97C6F24}" destId="{21203EB2-2588-4ADF-AE72-453EF4A87B78}" srcOrd="3" destOrd="0" presId="urn:microsoft.com/office/officeart/2018/5/layout/IconCircleLabelList"/>
    <dgm:cxn modelId="{2938C903-9402-4C88-9DE0-064A7F18CCB0}" type="presParOf" srcId="{1E341306-EC1D-4BAE-AC6A-A2E53B419713}" destId="{352A1B1A-6625-45C9-8FAA-BEC914259ABA}" srcOrd="9" destOrd="0" presId="urn:microsoft.com/office/officeart/2018/5/layout/IconCircleLabelList"/>
    <dgm:cxn modelId="{AE7ED829-CB56-48CF-82A2-9B22A16B7BBA}" type="presParOf" srcId="{1E341306-EC1D-4BAE-AC6A-A2E53B419713}" destId="{918BD982-33FD-458E-8BC6-BD543FDB133C}" srcOrd="10" destOrd="0" presId="urn:microsoft.com/office/officeart/2018/5/layout/IconCircleLabelList"/>
    <dgm:cxn modelId="{BE0E2C23-2206-47AC-80B3-2FA1C181C81C}" type="presParOf" srcId="{918BD982-33FD-458E-8BC6-BD543FDB133C}" destId="{C71290E6-50F5-4F70-85B3-AA245A7D64D9}" srcOrd="0" destOrd="0" presId="urn:microsoft.com/office/officeart/2018/5/layout/IconCircleLabelList"/>
    <dgm:cxn modelId="{5BD7A3EC-9ECE-4B56-ACFA-0A17E560F8EA}" type="presParOf" srcId="{918BD982-33FD-458E-8BC6-BD543FDB133C}" destId="{749E4DD2-A6C8-4786-BEBE-5D4A124ABF1C}" srcOrd="1" destOrd="0" presId="urn:microsoft.com/office/officeart/2018/5/layout/IconCircleLabelList"/>
    <dgm:cxn modelId="{4446C747-8FE7-4FE7-BA15-DD2B6A3DCFC0}" type="presParOf" srcId="{918BD982-33FD-458E-8BC6-BD543FDB133C}" destId="{863E6497-9E13-4A3F-B866-1BCD9BFFF8C2}" srcOrd="2" destOrd="0" presId="urn:microsoft.com/office/officeart/2018/5/layout/IconCircleLabelList"/>
    <dgm:cxn modelId="{4A1DE400-717B-4EE1-AF62-0B0CEB10352C}" type="presParOf" srcId="{918BD982-33FD-458E-8BC6-BD543FDB133C}" destId="{C6CE9C86-72F1-47F6-BA49-C0A8D4403A8C}" srcOrd="3" destOrd="0" presId="urn:microsoft.com/office/officeart/2018/5/layout/IconCircleLabelList"/>
    <dgm:cxn modelId="{10BC2357-4BA7-4887-96B9-9698077476EB}" type="presParOf" srcId="{1E341306-EC1D-4BAE-AC6A-A2E53B419713}" destId="{35D0F148-A98C-4105-B68A-3D20C6C2D814}" srcOrd="11" destOrd="0" presId="urn:microsoft.com/office/officeart/2018/5/layout/IconCircleLabelList"/>
    <dgm:cxn modelId="{ECFF2F21-852F-45A7-A00F-E68B5E7FF8B3}" type="presParOf" srcId="{1E341306-EC1D-4BAE-AC6A-A2E53B419713}" destId="{F4423AB6-C290-4D5B-98E5-60828892F5FC}" srcOrd="12" destOrd="0" presId="urn:microsoft.com/office/officeart/2018/5/layout/IconCircleLabelList"/>
    <dgm:cxn modelId="{C45C0B62-09B6-4389-9034-B3821D5506A9}" type="presParOf" srcId="{F4423AB6-C290-4D5B-98E5-60828892F5FC}" destId="{0913170B-EAD8-44F9-A513-A9AEAED872FF}" srcOrd="0" destOrd="0" presId="urn:microsoft.com/office/officeart/2018/5/layout/IconCircleLabelList"/>
    <dgm:cxn modelId="{25A39819-14FB-49F5-A0FE-89DB51958064}" type="presParOf" srcId="{F4423AB6-C290-4D5B-98E5-60828892F5FC}" destId="{44ABD780-1F27-4171-BDD2-1CE5E7E9CE5E}" srcOrd="1" destOrd="0" presId="urn:microsoft.com/office/officeart/2018/5/layout/IconCircleLabelList"/>
    <dgm:cxn modelId="{1F1FB4A8-4C65-4A01-8CD4-7317BF69FA4C}" type="presParOf" srcId="{F4423AB6-C290-4D5B-98E5-60828892F5FC}" destId="{B7E24F83-39A7-446E-8209-A7EACF75029A}" srcOrd="2" destOrd="0" presId="urn:microsoft.com/office/officeart/2018/5/layout/IconCircleLabelList"/>
    <dgm:cxn modelId="{C0FA8CB3-701B-47E7-AAAB-153B1E95843A}" type="presParOf" srcId="{F4423AB6-C290-4D5B-98E5-60828892F5FC}" destId="{C6DEC43E-07B8-49C4-96EF-9D57DDAA344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D855AF5-7F83-48D2-960E-D660185064C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7A3F583-A7D9-4C47-86A6-D73D79C5EF4B}">
      <dgm:prSet/>
      <dgm:spPr/>
      <dgm:t>
        <a:bodyPr/>
        <a:lstStyle/>
        <a:p>
          <a:pPr>
            <a:defRPr b="1"/>
          </a:pPr>
          <a:r>
            <a:rPr lang="en-GB"/>
            <a:t>Employee Management</a:t>
          </a:r>
          <a:endParaRPr lang="en-US"/>
        </a:p>
      </dgm:t>
    </dgm:pt>
    <dgm:pt modelId="{05DB1CC9-123F-45C7-8A46-B014E2BB0ED7}" type="parTrans" cxnId="{2BD820E9-CFED-4B88-A6EB-88E555BC076E}">
      <dgm:prSet/>
      <dgm:spPr/>
      <dgm:t>
        <a:bodyPr/>
        <a:lstStyle/>
        <a:p>
          <a:endParaRPr lang="en-US"/>
        </a:p>
      </dgm:t>
    </dgm:pt>
    <dgm:pt modelId="{2207CC44-8299-4851-AA1A-CA972814DB97}" type="sibTrans" cxnId="{2BD820E9-CFED-4B88-A6EB-88E555BC076E}">
      <dgm:prSet/>
      <dgm:spPr/>
      <dgm:t>
        <a:bodyPr/>
        <a:lstStyle/>
        <a:p>
          <a:endParaRPr lang="en-US"/>
        </a:p>
      </dgm:t>
    </dgm:pt>
    <dgm:pt modelId="{A74A82C1-6324-481C-B23E-77B4868F3C53}">
      <dgm:prSet/>
      <dgm:spPr/>
      <dgm:t>
        <a:bodyPr/>
        <a:lstStyle/>
        <a:p>
          <a:r>
            <a:rPr lang="en-GB"/>
            <a:t>Add new employees</a:t>
          </a:r>
          <a:endParaRPr lang="en-US"/>
        </a:p>
      </dgm:t>
    </dgm:pt>
    <dgm:pt modelId="{8FBBCD9D-8205-4882-93B4-8692FEFFC472}" type="parTrans" cxnId="{46686FD0-AE1C-467B-B9AF-3A48E5F5E1EF}">
      <dgm:prSet/>
      <dgm:spPr/>
      <dgm:t>
        <a:bodyPr/>
        <a:lstStyle/>
        <a:p>
          <a:endParaRPr lang="en-US"/>
        </a:p>
      </dgm:t>
    </dgm:pt>
    <dgm:pt modelId="{239CAB4B-0075-40A1-A4EC-822963B9600C}" type="sibTrans" cxnId="{46686FD0-AE1C-467B-B9AF-3A48E5F5E1EF}">
      <dgm:prSet/>
      <dgm:spPr/>
      <dgm:t>
        <a:bodyPr/>
        <a:lstStyle/>
        <a:p>
          <a:endParaRPr lang="en-US"/>
        </a:p>
      </dgm:t>
    </dgm:pt>
    <dgm:pt modelId="{E546514A-367B-40C9-A1ED-F8062A4B20F3}">
      <dgm:prSet/>
      <dgm:spPr/>
      <dgm:t>
        <a:bodyPr/>
        <a:lstStyle/>
        <a:p>
          <a:r>
            <a:rPr lang="en-GB"/>
            <a:t>View all existing employees</a:t>
          </a:r>
          <a:endParaRPr lang="en-US"/>
        </a:p>
      </dgm:t>
    </dgm:pt>
    <dgm:pt modelId="{57DD16B6-4478-4493-BD78-92265C5DABC1}" type="parTrans" cxnId="{A86A0DFA-2631-4A56-AC52-A418E71911C5}">
      <dgm:prSet/>
      <dgm:spPr/>
      <dgm:t>
        <a:bodyPr/>
        <a:lstStyle/>
        <a:p>
          <a:endParaRPr lang="en-US"/>
        </a:p>
      </dgm:t>
    </dgm:pt>
    <dgm:pt modelId="{5CA461AF-1026-41A1-AC12-936B9F892CE4}" type="sibTrans" cxnId="{A86A0DFA-2631-4A56-AC52-A418E71911C5}">
      <dgm:prSet/>
      <dgm:spPr/>
      <dgm:t>
        <a:bodyPr/>
        <a:lstStyle/>
        <a:p>
          <a:endParaRPr lang="en-US"/>
        </a:p>
      </dgm:t>
    </dgm:pt>
    <dgm:pt modelId="{E4D77E17-64D9-4CD9-9C67-E429BAEC58DB}">
      <dgm:prSet/>
      <dgm:spPr/>
      <dgm:t>
        <a:bodyPr/>
        <a:lstStyle/>
        <a:p>
          <a:r>
            <a:rPr lang="en-GB"/>
            <a:t>Search by employee ID</a:t>
          </a:r>
          <a:endParaRPr lang="en-US"/>
        </a:p>
      </dgm:t>
    </dgm:pt>
    <dgm:pt modelId="{73C5683D-A362-4936-8B39-3E9D7B6E498A}" type="parTrans" cxnId="{C8D204B4-9089-49C5-8098-55FF404D8519}">
      <dgm:prSet/>
      <dgm:spPr/>
      <dgm:t>
        <a:bodyPr/>
        <a:lstStyle/>
        <a:p>
          <a:endParaRPr lang="en-US"/>
        </a:p>
      </dgm:t>
    </dgm:pt>
    <dgm:pt modelId="{FD0E6ACC-3B01-417B-9710-77120BC208F0}" type="sibTrans" cxnId="{C8D204B4-9089-49C5-8098-55FF404D8519}">
      <dgm:prSet/>
      <dgm:spPr/>
      <dgm:t>
        <a:bodyPr/>
        <a:lstStyle/>
        <a:p>
          <a:endParaRPr lang="en-US"/>
        </a:p>
      </dgm:t>
    </dgm:pt>
    <dgm:pt modelId="{C5194268-0C52-4764-9119-C3AF75928CB0}">
      <dgm:prSet/>
      <dgm:spPr/>
      <dgm:t>
        <a:bodyPr/>
        <a:lstStyle/>
        <a:p>
          <a:r>
            <a:rPr lang="en-GB"/>
            <a:t>Update name, position, department, or pay</a:t>
          </a:r>
          <a:endParaRPr lang="en-US"/>
        </a:p>
      </dgm:t>
    </dgm:pt>
    <dgm:pt modelId="{04A36F9C-A3CB-4D36-B699-3443FC4EB45E}" type="parTrans" cxnId="{0C93CED0-54D3-44EF-A33F-01EE88B9F24A}">
      <dgm:prSet/>
      <dgm:spPr/>
      <dgm:t>
        <a:bodyPr/>
        <a:lstStyle/>
        <a:p>
          <a:endParaRPr lang="en-US"/>
        </a:p>
      </dgm:t>
    </dgm:pt>
    <dgm:pt modelId="{C0ACA1EA-0A3E-44DD-9D29-E6889429B3C7}" type="sibTrans" cxnId="{0C93CED0-54D3-44EF-A33F-01EE88B9F24A}">
      <dgm:prSet/>
      <dgm:spPr/>
      <dgm:t>
        <a:bodyPr/>
        <a:lstStyle/>
        <a:p>
          <a:endParaRPr lang="en-US"/>
        </a:p>
      </dgm:t>
    </dgm:pt>
    <dgm:pt modelId="{04ABC539-E6DF-438C-99B8-2A972D907C64}">
      <dgm:prSet/>
      <dgm:spPr/>
      <dgm:t>
        <a:bodyPr/>
        <a:lstStyle/>
        <a:p>
          <a:r>
            <a:rPr lang="en-GB"/>
            <a:t>Delete employee</a:t>
          </a:r>
          <a:endParaRPr lang="en-US"/>
        </a:p>
      </dgm:t>
    </dgm:pt>
    <dgm:pt modelId="{201D3A4A-D582-4311-BDA3-7FD57DECA039}" type="parTrans" cxnId="{A81B9CF6-95A3-49E8-81BF-8F0AD37DB68C}">
      <dgm:prSet/>
      <dgm:spPr/>
      <dgm:t>
        <a:bodyPr/>
        <a:lstStyle/>
        <a:p>
          <a:endParaRPr lang="en-US"/>
        </a:p>
      </dgm:t>
    </dgm:pt>
    <dgm:pt modelId="{5F548661-370F-4557-89F2-DBE0E1909828}" type="sibTrans" cxnId="{A81B9CF6-95A3-49E8-81BF-8F0AD37DB68C}">
      <dgm:prSet/>
      <dgm:spPr/>
      <dgm:t>
        <a:bodyPr/>
        <a:lstStyle/>
        <a:p>
          <a:endParaRPr lang="en-US"/>
        </a:p>
      </dgm:t>
    </dgm:pt>
    <dgm:pt modelId="{49A26A77-5706-4507-AEED-017DF0A8E257}">
      <dgm:prSet/>
      <dgm:spPr/>
      <dgm:t>
        <a:bodyPr/>
        <a:lstStyle/>
        <a:p>
          <a:pPr>
            <a:defRPr b="1"/>
          </a:pPr>
          <a:r>
            <a:rPr lang="en-GB"/>
            <a:t>Payment Processing</a:t>
          </a:r>
          <a:endParaRPr lang="en-US"/>
        </a:p>
      </dgm:t>
    </dgm:pt>
    <dgm:pt modelId="{0287C6CE-F159-4C96-A3D9-BEA5ACCF427B}" type="parTrans" cxnId="{5F5CE287-27F6-4CF3-AA9B-DB3E38C54D77}">
      <dgm:prSet/>
      <dgm:spPr/>
      <dgm:t>
        <a:bodyPr/>
        <a:lstStyle/>
        <a:p>
          <a:endParaRPr lang="en-US"/>
        </a:p>
      </dgm:t>
    </dgm:pt>
    <dgm:pt modelId="{BB6C8FB4-8C03-49F3-A674-C241C406C0FD}" type="sibTrans" cxnId="{5F5CE287-27F6-4CF3-AA9B-DB3E38C54D77}">
      <dgm:prSet/>
      <dgm:spPr/>
      <dgm:t>
        <a:bodyPr/>
        <a:lstStyle/>
        <a:p>
          <a:endParaRPr lang="en-US"/>
        </a:p>
      </dgm:t>
    </dgm:pt>
    <dgm:pt modelId="{5FE6B576-4B0E-42E8-9890-64BCCD14574F}">
      <dgm:prSet/>
      <dgm:spPr/>
      <dgm:t>
        <a:bodyPr/>
        <a:lstStyle/>
        <a:p>
          <a:r>
            <a:rPr lang="en-GB"/>
            <a:t>Calculate hourly pay or salaried pay</a:t>
          </a:r>
          <a:endParaRPr lang="en-US"/>
        </a:p>
      </dgm:t>
    </dgm:pt>
    <dgm:pt modelId="{36D44103-7744-4C29-9042-8E859C90B95C}" type="parTrans" cxnId="{46C511E9-E3EA-4C49-9008-EDAAEF214FC1}">
      <dgm:prSet/>
      <dgm:spPr/>
      <dgm:t>
        <a:bodyPr/>
        <a:lstStyle/>
        <a:p>
          <a:endParaRPr lang="en-US"/>
        </a:p>
      </dgm:t>
    </dgm:pt>
    <dgm:pt modelId="{E4B0DB89-78CF-40D9-906A-BDBB4629F52B}" type="sibTrans" cxnId="{46C511E9-E3EA-4C49-9008-EDAAEF214FC1}">
      <dgm:prSet/>
      <dgm:spPr/>
      <dgm:t>
        <a:bodyPr/>
        <a:lstStyle/>
        <a:p>
          <a:endParaRPr lang="en-US"/>
        </a:p>
      </dgm:t>
    </dgm:pt>
    <dgm:pt modelId="{5906F72C-0308-4584-9168-B5FD7EB8BE9C}">
      <dgm:prSet/>
      <dgm:spPr/>
      <dgm:t>
        <a:bodyPr/>
        <a:lstStyle/>
        <a:p>
          <a:r>
            <a:rPr lang="en-GB"/>
            <a:t>Apply bonus or penalty</a:t>
          </a:r>
          <a:endParaRPr lang="en-US"/>
        </a:p>
      </dgm:t>
    </dgm:pt>
    <dgm:pt modelId="{E2586F21-C198-4C10-ABB0-DB182E8BDFF0}" type="parTrans" cxnId="{4F35DD80-5D0D-4248-82A5-534B1E1D9016}">
      <dgm:prSet/>
      <dgm:spPr/>
      <dgm:t>
        <a:bodyPr/>
        <a:lstStyle/>
        <a:p>
          <a:endParaRPr lang="en-US"/>
        </a:p>
      </dgm:t>
    </dgm:pt>
    <dgm:pt modelId="{D4D51803-B0C1-4E9A-B17F-26980AC117B3}" type="sibTrans" cxnId="{4F35DD80-5D0D-4248-82A5-534B1E1D9016}">
      <dgm:prSet/>
      <dgm:spPr/>
      <dgm:t>
        <a:bodyPr/>
        <a:lstStyle/>
        <a:p>
          <a:endParaRPr lang="en-US"/>
        </a:p>
      </dgm:t>
    </dgm:pt>
    <dgm:pt modelId="{449B07F7-0F56-42FD-A5D8-DAF57A0CFDDC}">
      <dgm:prSet/>
      <dgm:spPr/>
      <dgm:t>
        <a:bodyPr/>
        <a:lstStyle/>
        <a:p>
          <a:r>
            <a:rPr lang="en-GB"/>
            <a:t>Generate formatted payslips</a:t>
          </a:r>
          <a:endParaRPr lang="en-US"/>
        </a:p>
      </dgm:t>
    </dgm:pt>
    <dgm:pt modelId="{C539665A-2389-4D26-B122-F6595C71874D}" type="parTrans" cxnId="{67528720-B66D-4354-81BB-E40A6DFEA2FE}">
      <dgm:prSet/>
      <dgm:spPr/>
      <dgm:t>
        <a:bodyPr/>
        <a:lstStyle/>
        <a:p>
          <a:endParaRPr lang="en-US"/>
        </a:p>
      </dgm:t>
    </dgm:pt>
    <dgm:pt modelId="{B23ED103-F2B4-49FC-B61F-33A485914B67}" type="sibTrans" cxnId="{67528720-B66D-4354-81BB-E40A6DFEA2FE}">
      <dgm:prSet/>
      <dgm:spPr/>
      <dgm:t>
        <a:bodyPr/>
        <a:lstStyle/>
        <a:p>
          <a:endParaRPr lang="en-US"/>
        </a:p>
      </dgm:t>
    </dgm:pt>
    <dgm:pt modelId="{546F4602-216E-4524-9855-B66B8AF97F0E}">
      <dgm:prSet/>
      <dgm:spPr/>
      <dgm:t>
        <a:bodyPr/>
        <a:lstStyle/>
        <a:p>
          <a:pPr>
            <a:defRPr b="1"/>
          </a:pPr>
          <a:r>
            <a:rPr lang="en-GB"/>
            <a:t>Data Persistence</a:t>
          </a:r>
          <a:endParaRPr lang="en-US"/>
        </a:p>
      </dgm:t>
    </dgm:pt>
    <dgm:pt modelId="{5008F82D-970C-4B82-B416-B3BACCE63E9F}" type="parTrans" cxnId="{5E8BA7D3-A634-4078-920A-B8D65117C6D5}">
      <dgm:prSet/>
      <dgm:spPr/>
      <dgm:t>
        <a:bodyPr/>
        <a:lstStyle/>
        <a:p>
          <a:endParaRPr lang="en-US"/>
        </a:p>
      </dgm:t>
    </dgm:pt>
    <dgm:pt modelId="{EED1159D-14AB-4C8A-AA8E-486A8EC62EA1}" type="sibTrans" cxnId="{5E8BA7D3-A634-4078-920A-B8D65117C6D5}">
      <dgm:prSet/>
      <dgm:spPr/>
      <dgm:t>
        <a:bodyPr/>
        <a:lstStyle/>
        <a:p>
          <a:endParaRPr lang="en-US"/>
        </a:p>
      </dgm:t>
    </dgm:pt>
    <dgm:pt modelId="{1F5581BE-0D55-4832-B8B8-13437850FBEC}">
      <dgm:prSet/>
      <dgm:spPr/>
      <dgm:t>
        <a:bodyPr/>
        <a:lstStyle/>
        <a:p>
          <a:r>
            <a:rPr lang="en-GB"/>
            <a:t>Load and save employees via CSV</a:t>
          </a:r>
          <a:endParaRPr lang="en-US"/>
        </a:p>
      </dgm:t>
    </dgm:pt>
    <dgm:pt modelId="{5A076E9F-BDF7-4CB4-819A-808C9A68DDE0}" type="parTrans" cxnId="{402ACEBB-C626-4F38-8A28-291FF009E2F5}">
      <dgm:prSet/>
      <dgm:spPr/>
      <dgm:t>
        <a:bodyPr/>
        <a:lstStyle/>
        <a:p>
          <a:endParaRPr lang="en-US"/>
        </a:p>
      </dgm:t>
    </dgm:pt>
    <dgm:pt modelId="{75E55C5C-6932-4E7B-8663-C6C5D40A45FA}" type="sibTrans" cxnId="{402ACEBB-C626-4F38-8A28-291FF009E2F5}">
      <dgm:prSet/>
      <dgm:spPr/>
      <dgm:t>
        <a:bodyPr/>
        <a:lstStyle/>
        <a:p>
          <a:endParaRPr lang="en-US"/>
        </a:p>
      </dgm:t>
    </dgm:pt>
    <dgm:pt modelId="{F6803B55-BB56-4E52-8751-4505F27397DC}">
      <dgm:prSet/>
      <dgm:spPr/>
      <dgm:t>
        <a:bodyPr/>
        <a:lstStyle/>
        <a:p>
          <a:r>
            <a:rPr lang="en-GB"/>
            <a:t>Uses an adapter to map CSV to Employee objects</a:t>
          </a:r>
          <a:endParaRPr lang="en-US"/>
        </a:p>
      </dgm:t>
    </dgm:pt>
    <dgm:pt modelId="{F9FDA114-3C44-4230-AC3F-FB533E08448B}" type="parTrans" cxnId="{801E168A-71AD-4B0F-965C-327C913BC052}">
      <dgm:prSet/>
      <dgm:spPr/>
      <dgm:t>
        <a:bodyPr/>
        <a:lstStyle/>
        <a:p>
          <a:endParaRPr lang="en-US"/>
        </a:p>
      </dgm:t>
    </dgm:pt>
    <dgm:pt modelId="{A39B56B3-D72D-4E19-A745-14552673CE5D}" type="sibTrans" cxnId="{801E168A-71AD-4B0F-965C-327C913BC052}">
      <dgm:prSet/>
      <dgm:spPr/>
      <dgm:t>
        <a:bodyPr/>
        <a:lstStyle/>
        <a:p>
          <a:endParaRPr lang="en-US"/>
        </a:p>
      </dgm:t>
    </dgm:pt>
    <dgm:pt modelId="{1CA3771A-6057-452E-BF8C-C48E2612BB84}" type="pres">
      <dgm:prSet presAssocID="{ED855AF5-7F83-48D2-960E-D660185064C2}" presName="root" presStyleCnt="0">
        <dgm:presLayoutVars>
          <dgm:dir/>
          <dgm:resizeHandles val="exact"/>
        </dgm:presLayoutVars>
      </dgm:prSet>
      <dgm:spPr/>
    </dgm:pt>
    <dgm:pt modelId="{D38764DF-7ADC-4C84-86C9-21B3C703EF06}" type="pres">
      <dgm:prSet presAssocID="{27A3F583-A7D9-4C47-86A6-D73D79C5EF4B}" presName="compNode" presStyleCnt="0"/>
      <dgm:spPr/>
    </dgm:pt>
    <dgm:pt modelId="{3D88342D-A3C7-4A8F-B6AA-98617D3BFE4B}" type="pres">
      <dgm:prSet presAssocID="{27A3F583-A7D9-4C47-86A6-D73D79C5EF4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01E0ABE3-9D6B-4552-A711-22579B8753A6}" type="pres">
      <dgm:prSet presAssocID="{27A3F583-A7D9-4C47-86A6-D73D79C5EF4B}" presName="iconSpace" presStyleCnt="0"/>
      <dgm:spPr/>
    </dgm:pt>
    <dgm:pt modelId="{6510BCD9-2ADE-4B47-9F52-600F76647E60}" type="pres">
      <dgm:prSet presAssocID="{27A3F583-A7D9-4C47-86A6-D73D79C5EF4B}" presName="parTx" presStyleLbl="revTx" presStyleIdx="0" presStyleCnt="6">
        <dgm:presLayoutVars>
          <dgm:chMax val="0"/>
          <dgm:chPref val="0"/>
        </dgm:presLayoutVars>
      </dgm:prSet>
      <dgm:spPr/>
    </dgm:pt>
    <dgm:pt modelId="{874C7727-EC9F-4AFA-B148-D234E56D95B9}" type="pres">
      <dgm:prSet presAssocID="{27A3F583-A7D9-4C47-86A6-D73D79C5EF4B}" presName="txSpace" presStyleCnt="0"/>
      <dgm:spPr/>
    </dgm:pt>
    <dgm:pt modelId="{42A4A56D-64C0-4B97-9A6C-E68825A8309E}" type="pres">
      <dgm:prSet presAssocID="{27A3F583-A7D9-4C47-86A6-D73D79C5EF4B}" presName="desTx" presStyleLbl="revTx" presStyleIdx="1" presStyleCnt="6">
        <dgm:presLayoutVars/>
      </dgm:prSet>
      <dgm:spPr/>
    </dgm:pt>
    <dgm:pt modelId="{8FE91351-C1DC-4BC9-A3F4-D48A1BA28EA2}" type="pres">
      <dgm:prSet presAssocID="{2207CC44-8299-4851-AA1A-CA972814DB97}" presName="sibTrans" presStyleCnt="0"/>
      <dgm:spPr/>
    </dgm:pt>
    <dgm:pt modelId="{09268714-A48E-4313-8977-FC5816F99E32}" type="pres">
      <dgm:prSet presAssocID="{49A26A77-5706-4507-AEED-017DF0A8E257}" presName="compNode" presStyleCnt="0"/>
      <dgm:spPr/>
    </dgm:pt>
    <dgm:pt modelId="{16BC3A10-A4BF-40F3-821E-099BA667B8EC}" type="pres">
      <dgm:prSet presAssocID="{49A26A77-5706-4507-AEED-017DF0A8E25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735A70EB-DB90-447B-B85B-3D61FEF14536}" type="pres">
      <dgm:prSet presAssocID="{49A26A77-5706-4507-AEED-017DF0A8E257}" presName="iconSpace" presStyleCnt="0"/>
      <dgm:spPr/>
    </dgm:pt>
    <dgm:pt modelId="{3F9464FB-2C59-46F9-878A-71BC3F40CE2F}" type="pres">
      <dgm:prSet presAssocID="{49A26A77-5706-4507-AEED-017DF0A8E257}" presName="parTx" presStyleLbl="revTx" presStyleIdx="2" presStyleCnt="6">
        <dgm:presLayoutVars>
          <dgm:chMax val="0"/>
          <dgm:chPref val="0"/>
        </dgm:presLayoutVars>
      </dgm:prSet>
      <dgm:spPr/>
    </dgm:pt>
    <dgm:pt modelId="{CE5D21BA-30E2-44D8-A990-6467F88B9985}" type="pres">
      <dgm:prSet presAssocID="{49A26A77-5706-4507-AEED-017DF0A8E257}" presName="txSpace" presStyleCnt="0"/>
      <dgm:spPr/>
    </dgm:pt>
    <dgm:pt modelId="{7157A414-552A-4FD5-AE6C-ED8FDA0F9198}" type="pres">
      <dgm:prSet presAssocID="{49A26A77-5706-4507-AEED-017DF0A8E257}" presName="desTx" presStyleLbl="revTx" presStyleIdx="3" presStyleCnt="6">
        <dgm:presLayoutVars/>
      </dgm:prSet>
      <dgm:spPr/>
    </dgm:pt>
    <dgm:pt modelId="{64DD6089-8DAF-48EA-A365-C6B49BAF697F}" type="pres">
      <dgm:prSet presAssocID="{BB6C8FB4-8C03-49F3-A674-C241C406C0FD}" presName="sibTrans" presStyleCnt="0"/>
      <dgm:spPr/>
    </dgm:pt>
    <dgm:pt modelId="{606BBFA9-A2AD-41A0-A438-56DD8E6DCDEA}" type="pres">
      <dgm:prSet presAssocID="{546F4602-216E-4524-9855-B66B8AF97F0E}" presName="compNode" presStyleCnt="0"/>
      <dgm:spPr/>
    </dgm:pt>
    <dgm:pt modelId="{96E7F2DC-A119-4703-8942-5E607808E241}" type="pres">
      <dgm:prSet presAssocID="{546F4602-216E-4524-9855-B66B8AF97F0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D13A3F2-B048-4DB4-B665-38019A6FB10E}" type="pres">
      <dgm:prSet presAssocID="{546F4602-216E-4524-9855-B66B8AF97F0E}" presName="iconSpace" presStyleCnt="0"/>
      <dgm:spPr/>
    </dgm:pt>
    <dgm:pt modelId="{33710092-3DE0-4434-B125-0D81E4EB01E4}" type="pres">
      <dgm:prSet presAssocID="{546F4602-216E-4524-9855-B66B8AF97F0E}" presName="parTx" presStyleLbl="revTx" presStyleIdx="4" presStyleCnt="6">
        <dgm:presLayoutVars>
          <dgm:chMax val="0"/>
          <dgm:chPref val="0"/>
        </dgm:presLayoutVars>
      </dgm:prSet>
      <dgm:spPr/>
    </dgm:pt>
    <dgm:pt modelId="{D295E98A-915B-4335-8E29-33565931F9E9}" type="pres">
      <dgm:prSet presAssocID="{546F4602-216E-4524-9855-B66B8AF97F0E}" presName="txSpace" presStyleCnt="0"/>
      <dgm:spPr/>
    </dgm:pt>
    <dgm:pt modelId="{4D6C0421-8FED-4718-B61C-459C54A8AFA0}" type="pres">
      <dgm:prSet presAssocID="{546F4602-216E-4524-9855-B66B8AF97F0E}" presName="desTx" presStyleLbl="revTx" presStyleIdx="5" presStyleCnt="6">
        <dgm:presLayoutVars/>
      </dgm:prSet>
      <dgm:spPr/>
    </dgm:pt>
  </dgm:ptLst>
  <dgm:cxnLst>
    <dgm:cxn modelId="{5FD9701A-AFB4-435B-887E-F01B0F263588}" type="presOf" srcId="{5906F72C-0308-4584-9168-B5FD7EB8BE9C}" destId="{7157A414-552A-4FD5-AE6C-ED8FDA0F9198}" srcOrd="0" destOrd="1" presId="urn:microsoft.com/office/officeart/2018/5/layout/CenteredIconLabelDescriptionList"/>
    <dgm:cxn modelId="{8DF7591A-EDD9-495E-B706-EEAE72B8A6F8}" type="presOf" srcId="{F6803B55-BB56-4E52-8751-4505F27397DC}" destId="{4D6C0421-8FED-4718-B61C-459C54A8AFA0}" srcOrd="0" destOrd="1" presId="urn:microsoft.com/office/officeart/2018/5/layout/CenteredIconLabelDescriptionList"/>
    <dgm:cxn modelId="{F542861F-B838-40ED-A98B-E43EA0570448}" type="presOf" srcId="{E546514A-367B-40C9-A1ED-F8062A4B20F3}" destId="{42A4A56D-64C0-4B97-9A6C-E68825A8309E}" srcOrd="0" destOrd="1" presId="urn:microsoft.com/office/officeart/2018/5/layout/CenteredIconLabelDescriptionList"/>
    <dgm:cxn modelId="{67528720-B66D-4354-81BB-E40A6DFEA2FE}" srcId="{49A26A77-5706-4507-AEED-017DF0A8E257}" destId="{449B07F7-0F56-42FD-A5D8-DAF57A0CFDDC}" srcOrd="2" destOrd="0" parTransId="{C539665A-2389-4D26-B122-F6595C71874D}" sibTransId="{B23ED103-F2B4-49FC-B61F-33A485914B67}"/>
    <dgm:cxn modelId="{FA855822-B63B-4857-AB6A-3C6A45CEC9B8}" type="presOf" srcId="{C5194268-0C52-4764-9119-C3AF75928CB0}" destId="{42A4A56D-64C0-4B97-9A6C-E68825A8309E}" srcOrd="0" destOrd="3" presId="urn:microsoft.com/office/officeart/2018/5/layout/CenteredIconLabelDescriptionList"/>
    <dgm:cxn modelId="{84514E23-702B-4E56-AC72-F3FDB7230B74}" type="presOf" srcId="{27A3F583-A7D9-4C47-86A6-D73D79C5EF4B}" destId="{6510BCD9-2ADE-4B47-9F52-600F76647E60}" srcOrd="0" destOrd="0" presId="urn:microsoft.com/office/officeart/2018/5/layout/CenteredIconLabelDescriptionList"/>
    <dgm:cxn modelId="{EE4FD724-E0E8-44B7-AE4E-AF065D6F7D1B}" type="presOf" srcId="{ED855AF5-7F83-48D2-960E-D660185064C2}" destId="{1CA3771A-6057-452E-BF8C-C48E2612BB84}" srcOrd="0" destOrd="0" presId="urn:microsoft.com/office/officeart/2018/5/layout/CenteredIconLabelDescriptionList"/>
    <dgm:cxn modelId="{F27BFF5D-9640-4E9B-9D78-170A73E5C9DB}" type="presOf" srcId="{546F4602-216E-4524-9855-B66B8AF97F0E}" destId="{33710092-3DE0-4434-B125-0D81E4EB01E4}" srcOrd="0" destOrd="0" presId="urn:microsoft.com/office/officeart/2018/5/layout/CenteredIconLabelDescriptionList"/>
    <dgm:cxn modelId="{103B6069-0E52-478F-A6CD-6D602405EC20}" type="presOf" srcId="{49A26A77-5706-4507-AEED-017DF0A8E257}" destId="{3F9464FB-2C59-46F9-878A-71BC3F40CE2F}" srcOrd="0" destOrd="0" presId="urn:microsoft.com/office/officeart/2018/5/layout/CenteredIconLabelDescriptionList"/>
    <dgm:cxn modelId="{3FAE7A54-F9F3-4179-9C4C-0F88980AE3FB}" type="presOf" srcId="{04ABC539-E6DF-438C-99B8-2A972D907C64}" destId="{42A4A56D-64C0-4B97-9A6C-E68825A8309E}" srcOrd="0" destOrd="4" presId="urn:microsoft.com/office/officeart/2018/5/layout/CenteredIconLabelDescriptionList"/>
    <dgm:cxn modelId="{E57F3175-81DD-4BD1-8088-D07FBB516046}" type="presOf" srcId="{1F5581BE-0D55-4832-B8B8-13437850FBEC}" destId="{4D6C0421-8FED-4718-B61C-459C54A8AFA0}" srcOrd="0" destOrd="0" presId="urn:microsoft.com/office/officeart/2018/5/layout/CenteredIconLabelDescriptionList"/>
    <dgm:cxn modelId="{4F35DD80-5D0D-4248-82A5-534B1E1D9016}" srcId="{49A26A77-5706-4507-AEED-017DF0A8E257}" destId="{5906F72C-0308-4584-9168-B5FD7EB8BE9C}" srcOrd="1" destOrd="0" parTransId="{E2586F21-C198-4C10-ABB0-DB182E8BDFF0}" sibTransId="{D4D51803-B0C1-4E9A-B17F-26980AC117B3}"/>
    <dgm:cxn modelId="{5F5CE287-27F6-4CF3-AA9B-DB3E38C54D77}" srcId="{ED855AF5-7F83-48D2-960E-D660185064C2}" destId="{49A26A77-5706-4507-AEED-017DF0A8E257}" srcOrd="1" destOrd="0" parTransId="{0287C6CE-F159-4C96-A3D9-BEA5ACCF427B}" sibTransId="{BB6C8FB4-8C03-49F3-A674-C241C406C0FD}"/>
    <dgm:cxn modelId="{801E168A-71AD-4B0F-965C-327C913BC052}" srcId="{546F4602-216E-4524-9855-B66B8AF97F0E}" destId="{F6803B55-BB56-4E52-8751-4505F27397DC}" srcOrd="1" destOrd="0" parTransId="{F9FDA114-3C44-4230-AC3F-FB533E08448B}" sibTransId="{A39B56B3-D72D-4E19-A745-14552673CE5D}"/>
    <dgm:cxn modelId="{A0101F99-BB67-47C3-8CFC-923EEED9985C}" type="presOf" srcId="{449B07F7-0F56-42FD-A5D8-DAF57A0CFDDC}" destId="{7157A414-552A-4FD5-AE6C-ED8FDA0F9198}" srcOrd="0" destOrd="2" presId="urn:microsoft.com/office/officeart/2018/5/layout/CenteredIconLabelDescriptionList"/>
    <dgm:cxn modelId="{F95ED5AD-B399-4035-8975-989CCEEDFB8C}" type="presOf" srcId="{5FE6B576-4B0E-42E8-9890-64BCCD14574F}" destId="{7157A414-552A-4FD5-AE6C-ED8FDA0F9198}" srcOrd="0" destOrd="0" presId="urn:microsoft.com/office/officeart/2018/5/layout/CenteredIconLabelDescriptionList"/>
    <dgm:cxn modelId="{CC1CA7B3-E90B-4982-8F5A-25334F6800CA}" type="presOf" srcId="{A74A82C1-6324-481C-B23E-77B4868F3C53}" destId="{42A4A56D-64C0-4B97-9A6C-E68825A8309E}" srcOrd="0" destOrd="0" presId="urn:microsoft.com/office/officeart/2018/5/layout/CenteredIconLabelDescriptionList"/>
    <dgm:cxn modelId="{C8D204B4-9089-49C5-8098-55FF404D8519}" srcId="{27A3F583-A7D9-4C47-86A6-D73D79C5EF4B}" destId="{E4D77E17-64D9-4CD9-9C67-E429BAEC58DB}" srcOrd="2" destOrd="0" parTransId="{73C5683D-A362-4936-8B39-3E9D7B6E498A}" sibTransId="{FD0E6ACC-3B01-417B-9710-77120BC208F0}"/>
    <dgm:cxn modelId="{402ACEBB-C626-4F38-8A28-291FF009E2F5}" srcId="{546F4602-216E-4524-9855-B66B8AF97F0E}" destId="{1F5581BE-0D55-4832-B8B8-13437850FBEC}" srcOrd="0" destOrd="0" parTransId="{5A076E9F-BDF7-4CB4-819A-808C9A68DDE0}" sibTransId="{75E55C5C-6932-4E7B-8663-C6C5D40A45FA}"/>
    <dgm:cxn modelId="{46686FD0-AE1C-467B-B9AF-3A48E5F5E1EF}" srcId="{27A3F583-A7D9-4C47-86A6-D73D79C5EF4B}" destId="{A74A82C1-6324-481C-B23E-77B4868F3C53}" srcOrd="0" destOrd="0" parTransId="{8FBBCD9D-8205-4882-93B4-8692FEFFC472}" sibTransId="{239CAB4B-0075-40A1-A4EC-822963B9600C}"/>
    <dgm:cxn modelId="{0C93CED0-54D3-44EF-A33F-01EE88B9F24A}" srcId="{27A3F583-A7D9-4C47-86A6-D73D79C5EF4B}" destId="{C5194268-0C52-4764-9119-C3AF75928CB0}" srcOrd="3" destOrd="0" parTransId="{04A36F9C-A3CB-4D36-B699-3443FC4EB45E}" sibTransId="{C0ACA1EA-0A3E-44DD-9D29-E6889429B3C7}"/>
    <dgm:cxn modelId="{5E8BA7D3-A634-4078-920A-B8D65117C6D5}" srcId="{ED855AF5-7F83-48D2-960E-D660185064C2}" destId="{546F4602-216E-4524-9855-B66B8AF97F0E}" srcOrd="2" destOrd="0" parTransId="{5008F82D-970C-4B82-B416-B3BACCE63E9F}" sibTransId="{EED1159D-14AB-4C8A-AA8E-486A8EC62EA1}"/>
    <dgm:cxn modelId="{46C511E9-E3EA-4C49-9008-EDAAEF214FC1}" srcId="{49A26A77-5706-4507-AEED-017DF0A8E257}" destId="{5FE6B576-4B0E-42E8-9890-64BCCD14574F}" srcOrd="0" destOrd="0" parTransId="{36D44103-7744-4C29-9042-8E859C90B95C}" sibTransId="{E4B0DB89-78CF-40D9-906A-BDBB4629F52B}"/>
    <dgm:cxn modelId="{2BD820E9-CFED-4B88-A6EB-88E555BC076E}" srcId="{ED855AF5-7F83-48D2-960E-D660185064C2}" destId="{27A3F583-A7D9-4C47-86A6-D73D79C5EF4B}" srcOrd="0" destOrd="0" parTransId="{05DB1CC9-123F-45C7-8A46-B014E2BB0ED7}" sibTransId="{2207CC44-8299-4851-AA1A-CA972814DB97}"/>
    <dgm:cxn modelId="{1F2E2EEA-6F2B-46B4-B2E4-3ED8481817BC}" type="presOf" srcId="{E4D77E17-64D9-4CD9-9C67-E429BAEC58DB}" destId="{42A4A56D-64C0-4B97-9A6C-E68825A8309E}" srcOrd="0" destOrd="2" presId="urn:microsoft.com/office/officeart/2018/5/layout/CenteredIconLabelDescriptionList"/>
    <dgm:cxn modelId="{A81B9CF6-95A3-49E8-81BF-8F0AD37DB68C}" srcId="{27A3F583-A7D9-4C47-86A6-D73D79C5EF4B}" destId="{04ABC539-E6DF-438C-99B8-2A972D907C64}" srcOrd="4" destOrd="0" parTransId="{201D3A4A-D582-4311-BDA3-7FD57DECA039}" sibTransId="{5F548661-370F-4557-89F2-DBE0E1909828}"/>
    <dgm:cxn modelId="{A86A0DFA-2631-4A56-AC52-A418E71911C5}" srcId="{27A3F583-A7D9-4C47-86A6-D73D79C5EF4B}" destId="{E546514A-367B-40C9-A1ED-F8062A4B20F3}" srcOrd="1" destOrd="0" parTransId="{57DD16B6-4478-4493-BD78-92265C5DABC1}" sibTransId="{5CA461AF-1026-41A1-AC12-936B9F892CE4}"/>
    <dgm:cxn modelId="{1061A317-E952-41F7-8B7C-B04A5F24F02C}" type="presParOf" srcId="{1CA3771A-6057-452E-BF8C-C48E2612BB84}" destId="{D38764DF-7ADC-4C84-86C9-21B3C703EF06}" srcOrd="0" destOrd="0" presId="urn:microsoft.com/office/officeart/2018/5/layout/CenteredIconLabelDescriptionList"/>
    <dgm:cxn modelId="{636BBF52-2489-4BF0-B61A-00C1C835FC81}" type="presParOf" srcId="{D38764DF-7ADC-4C84-86C9-21B3C703EF06}" destId="{3D88342D-A3C7-4A8F-B6AA-98617D3BFE4B}" srcOrd="0" destOrd="0" presId="urn:microsoft.com/office/officeart/2018/5/layout/CenteredIconLabelDescriptionList"/>
    <dgm:cxn modelId="{E55A9007-6AE6-4702-AF41-5F06C3ABFD8E}" type="presParOf" srcId="{D38764DF-7ADC-4C84-86C9-21B3C703EF06}" destId="{01E0ABE3-9D6B-4552-A711-22579B8753A6}" srcOrd="1" destOrd="0" presId="urn:microsoft.com/office/officeart/2018/5/layout/CenteredIconLabelDescriptionList"/>
    <dgm:cxn modelId="{5351E5CD-7E4E-47D2-9DA3-2474560D6DD6}" type="presParOf" srcId="{D38764DF-7ADC-4C84-86C9-21B3C703EF06}" destId="{6510BCD9-2ADE-4B47-9F52-600F76647E60}" srcOrd="2" destOrd="0" presId="urn:microsoft.com/office/officeart/2018/5/layout/CenteredIconLabelDescriptionList"/>
    <dgm:cxn modelId="{B5E23F49-DCAF-4182-AAF6-14D8241AEE71}" type="presParOf" srcId="{D38764DF-7ADC-4C84-86C9-21B3C703EF06}" destId="{874C7727-EC9F-4AFA-B148-D234E56D95B9}" srcOrd="3" destOrd="0" presId="urn:microsoft.com/office/officeart/2018/5/layout/CenteredIconLabelDescriptionList"/>
    <dgm:cxn modelId="{7B72BFD0-3835-4184-AFF0-009D10ADAD3C}" type="presParOf" srcId="{D38764DF-7ADC-4C84-86C9-21B3C703EF06}" destId="{42A4A56D-64C0-4B97-9A6C-E68825A8309E}" srcOrd="4" destOrd="0" presId="urn:microsoft.com/office/officeart/2018/5/layout/CenteredIconLabelDescriptionList"/>
    <dgm:cxn modelId="{3430ACF3-AA7A-4B3D-A1DB-9429C48F3D75}" type="presParOf" srcId="{1CA3771A-6057-452E-BF8C-C48E2612BB84}" destId="{8FE91351-C1DC-4BC9-A3F4-D48A1BA28EA2}" srcOrd="1" destOrd="0" presId="urn:microsoft.com/office/officeart/2018/5/layout/CenteredIconLabelDescriptionList"/>
    <dgm:cxn modelId="{CB30DEE5-4BC4-4181-BF2E-291E347C8915}" type="presParOf" srcId="{1CA3771A-6057-452E-BF8C-C48E2612BB84}" destId="{09268714-A48E-4313-8977-FC5816F99E32}" srcOrd="2" destOrd="0" presId="urn:microsoft.com/office/officeart/2018/5/layout/CenteredIconLabelDescriptionList"/>
    <dgm:cxn modelId="{21B66C86-05D4-41CB-B6B5-109458D196EF}" type="presParOf" srcId="{09268714-A48E-4313-8977-FC5816F99E32}" destId="{16BC3A10-A4BF-40F3-821E-099BA667B8EC}" srcOrd="0" destOrd="0" presId="urn:microsoft.com/office/officeart/2018/5/layout/CenteredIconLabelDescriptionList"/>
    <dgm:cxn modelId="{F132365A-3474-406B-B9BC-7834E60D1A5B}" type="presParOf" srcId="{09268714-A48E-4313-8977-FC5816F99E32}" destId="{735A70EB-DB90-447B-B85B-3D61FEF14536}" srcOrd="1" destOrd="0" presId="urn:microsoft.com/office/officeart/2018/5/layout/CenteredIconLabelDescriptionList"/>
    <dgm:cxn modelId="{A552104B-BAEE-4F4D-AF39-7AAAB95C2CA4}" type="presParOf" srcId="{09268714-A48E-4313-8977-FC5816F99E32}" destId="{3F9464FB-2C59-46F9-878A-71BC3F40CE2F}" srcOrd="2" destOrd="0" presId="urn:microsoft.com/office/officeart/2018/5/layout/CenteredIconLabelDescriptionList"/>
    <dgm:cxn modelId="{A29ABFCF-DA92-437F-97CF-F4049A0AE15C}" type="presParOf" srcId="{09268714-A48E-4313-8977-FC5816F99E32}" destId="{CE5D21BA-30E2-44D8-A990-6467F88B9985}" srcOrd="3" destOrd="0" presId="urn:microsoft.com/office/officeart/2018/5/layout/CenteredIconLabelDescriptionList"/>
    <dgm:cxn modelId="{5B106ACD-04F3-4014-802F-43E829756E13}" type="presParOf" srcId="{09268714-A48E-4313-8977-FC5816F99E32}" destId="{7157A414-552A-4FD5-AE6C-ED8FDA0F9198}" srcOrd="4" destOrd="0" presId="urn:microsoft.com/office/officeart/2018/5/layout/CenteredIconLabelDescriptionList"/>
    <dgm:cxn modelId="{274A5BD7-F934-4EFE-A9D6-60D0AB6B26B4}" type="presParOf" srcId="{1CA3771A-6057-452E-BF8C-C48E2612BB84}" destId="{64DD6089-8DAF-48EA-A365-C6B49BAF697F}" srcOrd="3" destOrd="0" presId="urn:microsoft.com/office/officeart/2018/5/layout/CenteredIconLabelDescriptionList"/>
    <dgm:cxn modelId="{7A055DE9-3F92-4279-B506-B701C0C1D1B2}" type="presParOf" srcId="{1CA3771A-6057-452E-BF8C-C48E2612BB84}" destId="{606BBFA9-A2AD-41A0-A438-56DD8E6DCDEA}" srcOrd="4" destOrd="0" presId="urn:microsoft.com/office/officeart/2018/5/layout/CenteredIconLabelDescriptionList"/>
    <dgm:cxn modelId="{3DCD894C-D531-4042-A305-444387568FF1}" type="presParOf" srcId="{606BBFA9-A2AD-41A0-A438-56DD8E6DCDEA}" destId="{96E7F2DC-A119-4703-8942-5E607808E241}" srcOrd="0" destOrd="0" presId="urn:microsoft.com/office/officeart/2018/5/layout/CenteredIconLabelDescriptionList"/>
    <dgm:cxn modelId="{8383CED4-9EF2-4B8B-9605-7C64AE5CA8E3}" type="presParOf" srcId="{606BBFA9-A2AD-41A0-A438-56DD8E6DCDEA}" destId="{CD13A3F2-B048-4DB4-B665-38019A6FB10E}" srcOrd="1" destOrd="0" presId="urn:microsoft.com/office/officeart/2018/5/layout/CenteredIconLabelDescriptionList"/>
    <dgm:cxn modelId="{1B4F05B2-90AD-4C47-A1EB-0A1E74C78E0D}" type="presParOf" srcId="{606BBFA9-A2AD-41A0-A438-56DD8E6DCDEA}" destId="{33710092-3DE0-4434-B125-0D81E4EB01E4}" srcOrd="2" destOrd="0" presId="urn:microsoft.com/office/officeart/2018/5/layout/CenteredIconLabelDescriptionList"/>
    <dgm:cxn modelId="{D5433298-51A5-438F-B80D-F9B078561F10}" type="presParOf" srcId="{606BBFA9-A2AD-41A0-A438-56DD8E6DCDEA}" destId="{D295E98A-915B-4335-8E29-33565931F9E9}" srcOrd="3" destOrd="0" presId="urn:microsoft.com/office/officeart/2018/5/layout/CenteredIconLabelDescriptionList"/>
    <dgm:cxn modelId="{832D1E8E-1950-4DBE-AAB9-4A9721E40B5E}" type="presParOf" srcId="{606BBFA9-A2AD-41A0-A438-56DD8E6DCDEA}" destId="{4D6C0421-8FED-4718-B61C-459C54A8AFA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B6A2041-0EC2-4CD3-A3D3-3EEAACBFDF5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2956FDF-5129-4A29-ACCF-4806C98956E4}">
      <dgm:prSet/>
      <dgm:spPr/>
      <dgm:t>
        <a:bodyPr/>
        <a:lstStyle/>
        <a:p>
          <a:r>
            <a:rPr lang="en-GB"/>
            <a:t>Encapsulation</a:t>
          </a:r>
          <a:endParaRPr lang="en-US"/>
        </a:p>
      </dgm:t>
    </dgm:pt>
    <dgm:pt modelId="{2A062EA3-32F0-4193-A085-CCF5F1282E41}" type="parTrans" cxnId="{B0A52ABF-967C-4D6D-B4A0-7F7BA807CBB5}">
      <dgm:prSet/>
      <dgm:spPr/>
      <dgm:t>
        <a:bodyPr/>
        <a:lstStyle/>
        <a:p>
          <a:endParaRPr lang="en-US"/>
        </a:p>
      </dgm:t>
    </dgm:pt>
    <dgm:pt modelId="{5175225D-2A5B-4A43-A86A-4C9F211EE1C3}" type="sibTrans" cxnId="{B0A52ABF-967C-4D6D-B4A0-7F7BA807CBB5}">
      <dgm:prSet/>
      <dgm:spPr/>
      <dgm:t>
        <a:bodyPr/>
        <a:lstStyle/>
        <a:p>
          <a:endParaRPr lang="en-US"/>
        </a:p>
      </dgm:t>
    </dgm:pt>
    <dgm:pt modelId="{83D68181-FE5B-4277-85D6-217896EC71D0}">
      <dgm:prSet/>
      <dgm:spPr/>
      <dgm:t>
        <a:bodyPr/>
        <a:lstStyle/>
        <a:p>
          <a:r>
            <a:rPr lang="en-GB"/>
            <a:t>Private member data</a:t>
          </a:r>
          <a:endParaRPr lang="en-US"/>
        </a:p>
      </dgm:t>
    </dgm:pt>
    <dgm:pt modelId="{739604D4-46FF-4879-9559-2E2C47592F5D}" type="parTrans" cxnId="{F38AB0FF-9625-493C-A08F-AF86A6A4ABF1}">
      <dgm:prSet/>
      <dgm:spPr/>
      <dgm:t>
        <a:bodyPr/>
        <a:lstStyle/>
        <a:p>
          <a:endParaRPr lang="en-US"/>
        </a:p>
      </dgm:t>
    </dgm:pt>
    <dgm:pt modelId="{BB0B6519-85A9-4FDC-8C69-CA9F5E1B1C68}" type="sibTrans" cxnId="{F38AB0FF-9625-493C-A08F-AF86A6A4ABF1}">
      <dgm:prSet/>
      <dgm:spPr/>
      <dgm:t>
        <a:bodyPr/>
        <a:lstStyle/>
        <a:p>
          <a:endParaRPr lang="en-US"/>
        </a:p>
      </dgm:t>
    </dgm:pt>
    <dgm:pt modelId="{75C31E50-2A45-4C3B-A87F-2AAB2F05AE9E}">
      <dgm:prSet/>
      <dgm:spPr/>
      <dgm:t>
        <a:bodyPr/>
        <a:lstStyle/>
        <a:p>
          <a:r>
            <a:rPr lang="en-GB"/>
            <a:t>Getter/setter methods</a:t>
          </a:r>
          <a:endParaRPr lang="en-US"/>
        </a:p>
      </dgm:t>
    </dgm:pt>
    <dgm:pt modelId="{64FE9683-7D30-47ED-BC1E-F53D2D6652E6}" type="parTrans" cxnId="{39CC8A4E-4049-4576-96C6-A74BF5E6ACB1}">
      <dgm:prSet/>
      <dgm:spPr/>
      <dgm:t>
        <a:bodyPr/>
        <a:lstStyle/>
        <a:p>
          <a:endParaRPr lang="en-US"/>
        </a:p>
      </dgm:t>
    </dgm:pt>
    <dgm:pt modelId="{6364F214-1DDB-44C5-ACA0-41BAB3599650}" type="sibTrans" cxnId="{39CC8A4E-4049-4576-96C6-A74BF5E6ACB1}">
      <dgm:prSet/>
      <dgm:spPr/>
      <dgm:t>
        <a:bodyPr/>
        <a:lstStyle/>
        <a:p>
          <a:endParaRPr lang="en-US"/>
        </a:p>
      </dgm:t>
    </dgm:pt>
    <dgm:pt modelId="{3869F2CE-0F46-4D82-882E-3AAF73AFEA93}">
      <dgm:prSet/>
      <dgm:spPr/>
      <dgm:t>
        <a:bodyPr/>
        <a:lstStyle/>
        <a:p>
          <a:r>
            <a:rPr lang="en-GB"/>
            <a:t>Inheritance</a:t>
          </a:r>
          <a:endParaRPr lang="en-US"/>
        </a:p>
      </dgm:t>
    </dgm:pt>
    <dgm:pt modelId="{4CCFDF37-F4FB-4B64-9907-FBA3335DEAFB}" type="parTrans" cxnId="{5967CAEE-C525-405F-93F7-97DA8EC8282B}">
      <dgm:prSet/>
      <dgm:spPr/>
      <dgm:t>
        <a:bodyPr/>
        <a:lstStyle/>
        <a:p>
          <a:endParaRPr lang="en-US"/>
        </a:p>
      </dgm:t>
    </dgm:pt>
    <dgm:pt modelId="{B3C21A78-7072-4098-95F3-E382B3D6F0AE}" type="sibTrans" cxnId="{5967CAEE-C525-405F-93F7-97DA8EC8282B}">
      <dgm:prSet/>
      <dgm:spPr/>
      <dgm:t>
        <a:bodyPr/>
        <a:lstStyle/>
        <a:p>
          <a:endParaRPr lang="en-US"/>
        </a:p>
      </dgm:t>
    </dgm:pt>
    <dgm:pt modelId="{3C1E52EB-C27B-49F6-B48B-781AE8069245}">
      <dgm:prSet/>
      <dgm:spPr/>
      <dgm:t>
        <a:bodyPr/>
        <a:lstStyle/>
        <a:p>
          <a:r>
            <a:rPr lang="en-GB"/>
            <a:t>HourlyEmployee</a:t>
          </a:r>
          <a:endParaRPr lang="en-US"/>
        </a:p>
      </dgm:t>
    </dgm:pt>
    <dgm:pt modelId="{7AC4DADF-10B1-4D05-A570-F29AD0203DFB}" type="parTrans" cxnId="{5466879A-C9FE-4D06-B806-8EF8DCDFE2CC}">
      <dgm:prSet/>
      <dgm:spPr/>
      <dgm:t>
        <a:bodyPr/>
        <a:lstStyle/>
        <a:p>
          <a:endParaRPr lang="en-US"/>
        </a:p>
      </dgm:t>
    </dgm:pt>
    <dgm:pt modelId="{A5BE309F-31F1-408F-9A34-2779A8309F19}" type="sibTrans" cxnId="{5466879A-C9FE-4D06-B806-8EF8DCDFE2CC}">
      <dgm:prSet/>
      <dgm:spPr/>
      <dgm:t>
        <a:bodyPr/>
        <a:lstStyle/>
        <a:p>
          <a:endParaRPr lang="en-US"/>
        </a:p>
      </dgm:t>
    </dgm:pt>
    <dgm:pt modelId="{3338103E-F702-4565-89D1-62A87D1C4190}">
      <dgm:prSet/>
      <dgm:spPr/>
      <dgm:t>
        <a:bodyPr/>
        <a:lstStyle/>
        <a:p>
          <a:r>
            <a:rPr lang="en-GB"/>
            <a:t>SalariedEmployee</a:t>
          </a:r>
          <a:endParaRPr lang="en-US"/>
        </a:p>
      </dgm:t>
    </dgm:pt>
    <dgm:pt modelId="{F18E9427-60E7-41F1-9ECC-674DE674DCB0}" type="parTrans" cxnId="{9B612982-75C9-48B7-812E-D3DAF2ADFD67}">
      <dgm:prSet/>
      <dgm:spPr/>
      <dgm:t>
        <a:bodyPr/>
        <a:lstStyle/>
        <a:p>
          <a:endParaRPr lang="en-US"/>
        </a:p>
      </dgm:t>
    </dgm:pt>
    <dgm:pt modelId="{5D6EB293-189E-49EA-8323-0B435C9D7EF8}" type="sibTrans" cxnId="{9B612982-75C9-48B7-812E-D3DAF2ADFD67}">
      <dgm:prSet/>
      <dgm:spPr/>
      <dgm:t>
        <a:bodyPr/>
        <a:lstStyle/>
        <a:p>
          <a:endParaRPr lang="en-US"/>
        </a:p>
      </dgm:t>
    </dgm:pt>
    <dgm:pt modelId="{079BFB0D-AE9E-4756-B6B7-AE6AA57D33A7}">
      <dgm:prSet/>
      <dgm:spPr/>
      <dgm:t>
        <a:bodyPr/>
        <a:lstStyle/>
        <a:p>
          <a:r>
            <a:rPr lang="en-GB"/>
            <a:t>Polymorphism</a:t>
          </a:r>
          <a:endParaRPr lang="en-US"/>
        </a:p>
      </dgm:t>
    </dgm:pt>
    <dgm:pt modelId="{F5270A01-BDA0-4656-AAE6-7F6BEE13E9A4}" type="parTrans" cxnId="{2486D0F4-A3CB-406B-AD41-A2B1771FB5DE}">
      <dgm:prSet/>
      <dgm:spPr/>
      <dgm:t>
        <a:bodyPr/>
        <a:lstStyle/>
        <a:p>
          <a:endParaRPr lang="en-US"/>
        </a:p>
      </dgm:t>
    </dgm:pt>
    <dgm:pt modelId="{3AA3E296-B903-45CE-A10F-F33FB41E69B8}" type="sibTrans" cxnId="{2486D0F4-A3CB-406B-AD41-A2B1771FB5DE}">
      <dgm:prSet/>
      <dgm:spPr/>
      <dgm:t>
        <a:bodyPr/>
        <a:lstStyle/>
        <a:p>
          <a:endParaRPr lang="en-US"/>
        </a:p>
      </dgm:t>
    </dgm:pt>
    <dgm:pt modelId="{662F9F9F-F3AC-4F54-82F9-C34598471B99}">
      <dgm:prSet/>
      <dgm:spPr/>
      <dgm:t>
        <a:bodyPr/>
        <a:lstStyle/>
        <a:p>
          <a:r>
            <a:rPr lang="en-GB"/>
            <a:t>Virtual methods</a:t>
          </a:r>
          <a:endParaRPr lang="en-US"/>
        </a:p>
      </dgm:t>
    </dgm:pt>
    <dgm:pt modelId="{11F80ABC-20CB-4A8A-ADAD-B415F299CFC1}" type="parTrans" cxnId="{0AA0FDD4-ED80-47B8-8B8A-7147920C2E69}">
      <dgm:prSet/>
      <dgm:spPr/>
      <dgm:t>
        <a:bodyPr/>
        <a:lstStyle/>
        <a:p>
          <a:endParaRPr lang="en-US"/>
        </a:p>
      </dgm:t>
    </dgm:pt>
    <dgm:pt modelId="{1E58AFC0-A34F-42ED-ADAC-AB6B7B19B563}" type="sibTrans" cxnId="{0AA0FDD4-ED80-47B8-8B8A-7147920C2E69}">
      <dgm:prSet/>
      <dgm:spPr/>
      <dgm:t>
        <a:bodyPr/>
        <a:lstStyle/>
        <a:p>
          <a:endParaRPr lang="en-US"/>
        </a:p>
      </dgm:t>
    </dgm:pt>
    <dgm:pt modelId="{485A7920-0748-4B1F-A6D6-9F1211C0D7F4}">
      <dgm:prSet/>
      <dgm:spPr/>
      <dgm:t>
        <a:bodyPr/>
        <a:lstStyle/>
        <a:p>
          <a:r>
            <a:rPr lang="en-GB"/>
            <a:t>displayInfo</a:t>
          </a:r>
          <a:endParaRPr lang="en-US"/>
        </a:p>
      </dgm:t>
    </dgm:pt>
    <dgm:pt modelId="{560F9E31-11EE-4FEC-A71D-2AF76FE3A5FF}" type="parTrans" cxnId="{84B813C2-0724-4943-B341-BB559C0C4A43}">
      <dgm:prSet/>
      <dgm:spPr/>
      <dgm:t>
        <a:bodyPr/>
        <a:lstStyle/>
        <a:p>
          <a:endParaRPr lang="en-US"/>
        </a:p>
      </dgm:t>
    </dgm:pt>
    <dgm:pt modelId="{7B210A0F-ADBD-4CD2-90F0-54919B8C0B6F}" type="sibTrans" cxnId="{84B813C2-0724-4943-B341-BB559C0C4A43}">
      <dgm:prSet/>
      <dgm:spPr/>
      <dgm:t>
        <a:bodyPr/>
        <a:lstStyle/>
        <a:p>
          <a:endParaRPr lang="en-US"/>
        </a:p>
      </dgm:t>
    </dgm:pt>
    <dgm:pt modelId="{3638B442-EE99-4DA3-8D80-73000BEF1ABE}">
      <dgm:prSet/>
      <dgm:spPr/>
      <dgm:t>
        <a:bodyPr/>
        <a:lstStyle/>
        <a:p>
          <a:r>
            <a:rPr lang="en-GB"/>
            <a:t>calculatePay</a:t>
          </a:r>
          <a:endParaRPr lang="en-US"/>
        </a:p>
      </dgm:t>
    </dgm:pt>
    <dgm:pt modelId="{EA52526F-4DB1-4145-8203-C3C021AEDCDE}" type="parTrans" cxnId="{15275766-5F18-4660-8591-C5042F2B8983}">
      <dgm:prSet/>
      <dgm:spPr/>
      <dgm:t>
        <a:bodyPr/>
        <a:lstStyle/>
        <a:p>
          <a:endParaRPr lang="en-US"/>
        </a:p>
      </dgm:t>
    </dgm:pt>
    <dgm:pt modelId="{6E2BC57F-47F5-489A-A8DE-EFDC2457F0E0}" type="sibTrans" cxnId="{15275766-5F18-4660-8591-C5042F2B8983}">
      <dgm:prSet/>
      <dgm:spPr/>
      <dgm:t>
        <a:bodyPr/>
        <a:lstStyle/>
        <a:p>
          <a:endParaRPr lang="en-US"/>
        </a:p>
      </dgm:t>
    </dgm:pt>
    <dgm:pt modelId="{A6C6DCE1-AE39-4396-8777-E25765636C2F}">
      <dgm:prSet/>
      <dgm:spPr/>
      <dgm:t>
        <a:bodyPr/>
        <a:lstStyle/>
        <a:p>
          <a:r>
            <a:rPr lang="en-GB"/>
            <a:t>getEmployeeType</a:t>
          </a:r>
          <a:endParaRPr lang="en-US"/>
        </a:p>
      </dgm:t>
    </dgm:pt>
    <dgm:pt modelId="{9338DAB2-1402-4952-8E10-6E856D9AEA6B}" type="parTrans" cxnId="{AD17FE32-0FEA-4758-AD99-2B786085192D}">
      <dgm:prSet/>
      <dgm:spPr/>
      <dgm:t>
        <a:bodyPr/>
        <a:lstStyle/>
        <a:p>
          <a:endParaRPr lang="en-US"/>
        </a:p>
      </dgm:t>
    </dgm:pt>
    <dgm:pt modelId="{808DA960-0FE5-49B6-AA01-7200C5BE19A2}" type="sibTrans" cxnId="{AD17FE32-0FEA-4758-AD99-2B786085192D}">
      <dgm:prSet/>
      <dgm:spPr/>
      <dgm:t>
        <a:bodyPr/>
        <a:lstStyle/>
        <a:p>
          <a:endParaRPr lang="en-US"/>
        </a:p>
      </dgm:t>
    </dgm:pt>
    <dgm:pt modelId="{09086EF4-0481-484F-B1C3-7FB4C6F57BF8}">
      <dgm:prSet/>
      <dgm:spPr/>
      <dgm:t>
        <a:bodyPr/>
        <a:lstStyle/>
        <a:p>
          <a:r>
            <a:rPr lang="en-GB"/>
            <a:t>Base-class pointers managing derived objects</a:t>
          </a:r>
          <a:endParaRPr lang="en-US"/>
        </a:p>
      </dgm:t>
    </dgm:pt>
    <dgm:pt modelId="{1011B39E-6A7B-4E6A-90FA-6E2EB6E4AABC}" type="parTrans" cxnId="{E15366B3-0763-4E13-93E5-824F49AE8B85}">
      <dgm:prSet/>
      <dgm:spPr/>
      <dgm:t>
        <a:bodyPr/>
        <a:lstStyle/>
        <a:p>
          <a:endParaRPr lang="en-US"/>
        </a:p>
      </dgm:t>
    </dgm:pt>
    <dgm:pt modelId="{8B62E58D-9C0B-4A4B-836A-E83860E89D9D}" type="sibTrans" cxnId="{E15366B3-0763-4E13-93E5-824F49AE8B85}">
      <dgm:prSet/>
      <dgm:spPr/>
      <dgm:t>
        <a:bodyPr/>
        <a:lstStyle/>
        <a:p>
          <a:endParaRPr lang="en-US"/>
        </a:p>
      </dgm:t>
    </dgm:pt>
    <dgm:pt modelId="{C9A7FA74-4B33-4261-8685-1FA54FF905BE}">
      <dgm:prSet/>
      <dgm:spPr/>
      <dgm:t>
        <a:bodyPr/>
        <a:lstStyle/>
        <a:p>
          <a:r>
            <a:rPr lang="en-GB"/>
            <a:t>Abstract Classes</a:t>
          </a:r>
          <a:endParaRPr lang="en-US"/>
        </a:p>
      </dgm:t>
    </dgm:pt>
    <dgm:pt modelId="{D966A70A-35B1-442A-BE14-8B7BD40AD9BB}" type="parTrans" cxnId="{667363AD-D579-4AA7-AAB1-64213E4B445B}">
      <dgm:prSet/>
      <dgm:spPr/>
      <dgm:t>
        <a:bodyPr/>
        <a:lstStyle/>
        <a:p>
          <a:endParaRPr lang="en-US"/>
        </a:p>
      </dgm:t>
    </dgm:pt>
    <dgm:pt modelId="{970F8C08-F6FE-488F-96DD-144CD93BB95A}" type="sibTrans" cxnId="{667363AD-D579-4AA7-AAB1-64213E4B445B}">
      <dgm:prSet/>
      <dgm:spPr/>
      <dgm:t>
        <a:bodyPr/>
        <a:lstStyle/>
        <a:p>
          <a:endParaRPr lang="en-US"/>
        </a:p>
      </dgm:t>
    </dgm:pt>
    <dgm:pt modelId="{ACD777AF-2F97-4706-915D-FF011822DF1C}">
      <dgm:prSet/>
      <dgm:spPr/>
      <dgm:t>
        <a:bodyPr/>
        <a:lstStyle/>
        <a:p>
          <a:r>
            <a:rPr lang="en-GB"/>
            <a:t>Employee is fully abstract</a:t>
          </a:r>
          <a:endParaRPr lang="en-US"/>
        </a:p>
      </dgm:t>
    </dgm:pt>
    <dgm:pt modelId="{04921AB5-4B05-4A74-8990-BD67C29A2323}" type="parTrans" cxnId="{07C047D9-1531-4DB9-9EC3-B8D1467CC4E1}">
      <dgm:prSet/>
      <dgm:spPr/>
      <dgm:t>
        <a:bodyPr/>
        <a:lstStyle/>
        <a:p>
          <a:endParaRPr lang="en-US"/>
        </a:p>
      </dgm:t>
    </dgm:pt>
    <dgm:pt modelId="{669BE73D-E4A6-46C0-A170-66E3BD74F940}" type="sibTrans" cxnId="{07C047D9-1531-4DB9-9EC3-B8D1467CC4E1}">
      <dgm:prSet/>
      <dgm:spPr/>
      <dgm:t>
        <a:bodyPr/>
        <a:lstStyle/>
        <a:p>
          <a:endParaRPr lang="en-US"/>
        </a:p>
      </dgm:t>
    </dgm:pt>
    <dgm:pt modelId="{D3491F85-5C23-449F-9570-37FA859534C5}">
      <dgm:prSet/>
      <dgm:spPr/>
      <dgm:t>
        <a:bodyPr/>
        <a:lstStyle/>
        <a:p>
          <a:r>
            <a:rPr lang="en-GB"/>
            <a:t>Operator Overloading</a:t>
          </a:r>
          <a:endParaRPr lang="en-US"/>
        </a:p>
      </dgm:t>
    </dgm:pt>
    <dgm:pt modelId="{FDD5616A-AD26-4EAD-B421-D341CD554C83}" type="parTrans" cxnId="{8CDD390A-1FA8-4750-BE6B-0226E1D26FE1}">
      <dgm:prSet/>
      <dgm:spPr/>
      <dgm:t>
        <a:bodyPr/>
        <a:lstStyle/>
        <a:p>
          <a:endParaRPr lang="en-US"/>
        </a:p>
      </dgm:t>
    </dgm:pt>
    <dgm:pt modelId="{DBB074A6-07EA-4FC3-A3C5-7C7C71CA7669}" type="sibTrans" cxnId="{8CDD390A-1FA8-4750-BE6B-0226E1D26FE1}">
      <dgm:prSet/>
      <dgm:spPr/>
      <dgm:t>
        <a:bodyPr/>
        <a:lstStyle/>
        <a:p>
          <a:endParaRPr lang="en-US"/>
        </a:p>
      </dgm:t>
    </dgm:pt>
    <dgm:pt modelId="{9A2FDE1D-A5AD-4CC0-A65C-BFD20B4C4D64}">
      <dgm:prSet/>
      <dgm:spPr/>
      <dgm:t>
        <a:bodyPr/>
        <a:lstStyle/>
        <a:p>
          <a:r>
            <a:rPr lang="en-GB"/>
            <a:t>Operator&lt;&lt; for printing Employee details</a:t>
          </a:r>
          <a:endParaRPr lang="en-US"/>
        </a:p>
      </dgm:t>
    </dgm:pt>
    <dgm:pt modelId="{0BCF05D1-7872-472C-9ACC-FC1CB7853733}" type="parTrans" cxnId="{C4FD9742-AB2E-4216-98DC-DEE7870DB66B}">
      <dgm:prSet/>
      <dgm:spPr/>
      <dgm:t>
        <a:bodyPr/>
        <a:lstStyle/>
        <a:p>
          <a:endParaRPr lang="en-US"/>
        </a:p>
      </dgm:t>
    </dgm:pt>
    <dgm:pt modelId="{2195CEB3-69EF-4819-B5C4-D7EED070BA43}" type="sibTrans" cxnId="{C4FD9742-AB2E-4216-98DC-DEE7870DB66B}">
      <dgm:prSet/>
      <dgm:spPr/>
      <dgm:t>
        <a:bodyPr/>
        <a:lstStyle/>
        <a:p>
          <a:endParaRPr lang="en-US"/>
        </a:p>
      </dgm:t>
    </dgm:pt>
    <dgm:pt modelId="{9BEC207C-6ECE-462D-AF00-4193311F3AC0}">
      <dgm:prSet/>
      <dgm:spPr/>
      <dgm:t>
        <a:bodyPr/>
        <a:lstStyle/>
        <a:p>
          <a:r>
            <a:rPr lang="en-GB"/>
            <a:t>PaymentSlip += and -= for adjustments</a:t>
          </a:r>
          <a:endParaRPr lang="en-US"/>
        </a:p>
      </dgm:t>
    </dgm:pt>
    <dgm:pt modelId="{4837E972-6ECB-4928-BE61-2EAC32AAA2E8}" type="parTrans" cxnId="{A05C54C0-6503-467E-9D3F-D4385F399933}">
      <dgm:prSet/>
      <dgm:spPr/>
      <dgm:t>
        <a:bodyPr/>
        <a:lstStyle/>
        <a:p>
          <a:endParaRPr lang="en-US"/>
        </a:p>
      </dgm:t>
    </dgm:pt>
    <dgm:pt modelId="{EB4B1466-D2D9-43D2-82AE-12B713C41975}" type="sibTrans" cxnId="{A05C54C0-6503-467E-9D3F-D4385F399933}">
      <dgm:prSet/>
      <dgm:spPr/>
      <dgm:t>
        <a:bodyPr/>
        <a:lstStyle/>
        <a:p>
          <a:endParaRPr lang="en-US"/>
        </a:p>
      </dgm:t>
    </dgm:pt>
    <dgm:pt modelId="{B63B2A81-75ED-45D7-ABA6-36E2F2E76962}" type="pres">
      <dgm:prSet presAssocID="{9B6A2041-0EC2-4CD3-A3D3-3EEAACBFDF5E}" presName="linear" presStyleCnt="0">
        <dgm:presLayoutVars>
          <dgm:animLvl val="lvl"/>
          <dgm:resizeHandles val="exact"/>
        </dgm:presLayoutVars>
      </dgm:prSet>
      <dgm:spPr/>
    </dgm:pt>
    <dgm:pt modelId="{1BE4ED8F-AFB4-4661-B887-F55CF6086622}" type="pres">
      <dgm:prSet presAssocID="{62956FDF-5129-4A29-ACCF-4806C98956E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7287FFA-DA10-489A-8258-1D2F9326A0E6}" type="pres">
      <dgm:prSet presAssocID="{62956FDF-5129-4A29-ACCF-4806C98956E4}" presName="childText" presStyleLbl="revTx" presStyleIdx="0" presStyleCnt="5">
        <dgm:presLayoutVars>
          <dgm:bulletEnabled val="1"/>
        </dgm:presLayoutVars>
      </dgm:prSet>
      <dgm:spPr/>
    </dgm:pt>
    <dgm:pt modelId="{4D166B4F-65C2-4F29-B332-479C251CD9EE}" type="pres">
      <dgm:prSet presAssocID="{3869F2CE-0F46-4D82-882E-3AAF73AFEA9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3C62DED-7151-4F61-AFAE-61BB7DB31FB9}" type="pres">
      <dgm:prSet presAssocID="{3869F2CE-0F46-4D82-882E-3AAF73AFEA93}" presName="childText" presStyleLbl="revTx" presStyleIdx="1" presStyleCnt="5">
        <dgm:presLayoutVars>
          <dgm:bulletEnabled val="1"/>
        </dgm:presLayoutVars>
      </dgm:prSet>
      <dgm:spPr/>
    </dgm:pt>
    <dgm:pt modelId="{A81A049D-6DB1-4254-8523-C287AF8EC393}" type="pres">
      <dgm:prSet presAssocID="{079BFB0D-AE9E-4756-B6B7-AE6AA57D33A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A228D0B-A3A6-4A26-8F68-D25826B83862}" type="pres">
      <dgm:prSet presAssocID="{079BFB0D-AE9E-4756-B6B7-AE6AA57D33A7}" presName="childText" presStyleLbl="revTx" presStyleIdx="2" presStyleCnt="5">
        <dgm:presLayoutVars>
          <dgm:bulletEnabled val="1"/>
        </dgm:presLayoutVars>
      </dgm:prSet>
      <dgm:spPr/>
    </dgm:pt>
    <dgm:pt modelId="{C6246AD6-BD31-4BEE-8736-D9884F617825}" type="pres">
      <dgm:prSet presAssocID="{C9A7FA74-4B33-4261-8685-1FA54FF905B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835C420-904C-4C37-BA31-BCF8A87D251F}" type="pres">
      <dgm:prSet presAssocID="{C9A7FA74-4B33-4261-8685-1FA54FF905BE}" presName="childText" presStyleLbl="revTx" presStyleIdx="3" presStyleCnt="5">
        <dgm:presLayoutVars>
          <dgm:bulletEnabled val="1"/>
        </dgm:presLayoutVars>
      </dgm:prSet>
      <dgm:spPr/>
    </dgm:pt>
    <dgm:pt modelId="{02250ED2-C922-454C-962F-BC098526F36B}" type="pres">
      <dgm:prSet presAssocID="{D3491F85-5C23-449F-9570-37FA859534C5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C3259964-A219-4817-83F9-B1D4BEEFABE8}" type="pres">
      <dgm:prSet presAssocID="{D3491F85-5C23-449F-9570-37FA859534C5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01FF8207-1B92-43D6-8059-717300A03E4F}" type="presOf" srcId="{ACD777AF-2F97-4706-915D-FF011822DF1C}" destId="{B835C420-904C-4C37-BA31-BCF8A87D251F}" srcOrd="0" destOrd="0" presId="urn:microsoft.com/office/officeart/2005/8/layout/vList2"/>
    <dgm:cxn modelId="{E4C48609-F011-4529-B094-19D5DAA0D1C3}" type="presOf" srcId="{9BEC207C-6ECE-462D-AF00-4193311F3AC0}" destId="{C3259964-A219-4817-83F9-B1D4BEEFABE8}" srcOrd="0" destOrd="1" presId="urn:microsoft.com/office/officeart/2005/8/layout/vList2"/>
    <dgm:cxn modelId="{8CDD390A-1FA8-4750-BE6B-0226E1D26FE1}" srcId="{9B6A2041-0EC2-4CD3-A3D3-3EEAACBFDF5E}" destId="{D3491F85-5C23-449F-9570-37FA859534C5}" srcOrd="4" destOrd="0" parTransId="{FDD5616A-AD26-4EAD-B421-D341CD554C83}" sibTransId="{DBB074A6-07EA-4FC3-A3C5-7C7C71CA7669}"/>
    <dgm:cxn modelId="{1F1C0010-0AAF-44F1-81C1-705F9CE95FC3}" type="presOf" srcId="{C9A7FA74-4B33-4261-8685-1FA54FF905BE}" destId="{C6246AD6-BD31-4BEE-8736-D9884F617825}" srcOrd="0" destOrd="0" presId="urn:microsoft.com/office/officeart/2005/8/layout/vList2"/>
    <dgm:cxn modelId="{B2320211-EEAF-4EB4-AF72-97014572AFFE}" type="presOf" srcId="{485A7920-0748-4B1F-A6D6-9F1211C0D7F4}" destId="{4A228D0B-A3A6-4A26-8F68-D25826B83862}" srcOrd="0" destOrd="1" presId="urn:microsoft.com/office/officeart/2005/8/layout/vList2"/>
    <dgm:cxn modelId="{EE1B3C29-C090-4369-94D9-E5818A37D76B}" type="presOf" srcId="{75C31E50-2A45-4C3B-A87F-2AAB2F05AE9E}" destId="{77287FFA-DA10-489A-8258-1D2F9326A0E6}" srcOrd="0" destOrd="1" presId="urn:microsoft.com/office/officeart/2005/8/layout/vList2"/>
    <dgm:cxn modelId="{AD17FE32-0FEA-4758-AD99-2B786085192D}" srcId="{662F9F9F-F3AC-4F54-82F9-C34598471B99}" destId="{A6C6DCE1-AE39-4396-8777-E25765636C2F}" srcOrd="2" destOrd="0" parTransId="{9338DAB2-1402-4952-8E10-6E856D9AEA6B}" sibTransId="{808DA960-0FE5-49B6-AA01-7200C5BE19A2}"/>
    <dgm:cxn modelId="{C4FD9742-AB2E-4216-98DC-DEE7870DB66B}" srcId="{D3491F85-5C23-449F-9570-37FA859534C5}" destId="{9A2FDE1D-A5AD-4CC0-A65C-BFD20B4C4D64}" srcOrd="0" destOrd="0" parTransId="{0BCF05D1-7872-472C-9ACC-FC1CB7853733}" sibTransId="{2195CEB3-69EF-4819-B5C4-D7EED070BA43}"/>
    <dgm:cxn modelId="{DBE6DA43-1690-4D70-A11E-D9572F860B70}" type="presOf" srcId="{3C1E52EB-C27B-49F6-B48B-781AE8069245}" destId="{D3C62DED-7151-4F61-AFAE-61BB7DB31FB9}" srcOrd="0" destOrd="0" presId="urn:microsoft.com/office/officeart/2005/8/layout/vList2"/>
    <dgm:cxn modelId="{15275766-5F18-4660-8591-C5042F2B8983}" srcId="{662F9F9F-F3AC-4F54-82F9-C34598471B99}" destId="{3638B442-EE99-4DA3-8D80-73000BEF1ABE}" srcOrd="1" destOrd="0" parTransId="{EA52526F-4DB1-4145-8203-C3C021AEDCDE}" sibTransId="{6E2BC57F-47F5-489A-A8DE-EFDC2457F0E0}"/>
    <dgm:cxn modelId="{31525848-5352-452E-8E36-2ACF172D1682}" type="presOf" srcId="{A6C6DCE1-AE39-4396-8777-E25765636C2F}" destId="{4A228D0B-A3A6-4A26-8F68-D25826B83862}" srcOrd="0" destOrd="3" presId="urn:microsoft.com/office/officeart/2005/8/layout/vList2"/>
    <dgm:cxn modelId="{3F1EE96D-57D7-45CC-877C-E578ACA6DACE}" type="presOf" srcId="{09086EF4-0481-484F-B1C3-7FB4C6F57BF8}" destId="{4A228D0B-A3A6-4A26-8F68-D25826B83862}" srcOrd="0" destOrd="4" presId="urn:microsoft.com/office/officeart/2005/8/layout/vList2"/>
    <dgm:cxn modelId="{39CC8A4E-4049-4576-96C6-A74BF5E6ACB1}" srcId="{62956FDF-5129-4A29-ACCF-4806C98956E4}" destId="{75C31E50-2A45-4C3B-A87F-2AAB2F05AE9E}" srcOrd="1" destOrd="0" parTransId="{64FE9683-7D30-47ED-BC1E-F53D2D6652E6}" sibTransId="{6364F214-1DDB-44C5-ACA0-41BAB3599650}"/>
    <dgm:cxn modelId="{9B612982-75C9-48B7-812E-D3DAF2ADFD67}" srcId="{3869F2CE-0F46-4D82-882E-3AAF73AFEA93}" destId="{3338103E-F702-4565-89D1-62A87D1C4190}" srcOrd="1" destOrd="0" parTransId="{F18E9427-60E7-41F1-9ECC-674DE674DCB0}" sibTransId="{5D6EB293-189E-49EA-8323-0B435C9D7EF8}"/>
    <dgm:cxn modelId="{07FFD688-3067-4126-B621-F90DCC8284A8}" type="presOf" srcId="{3638B442-EE99-4DA3-8D80-73000BEF1ABE}" destId="{4A228D0B-A3A6-4A26-8F68-D25826B83862}" srcOrd="0" destOrd="2" presId="urn:microsoft.com/office/officeart/2005/8/layout/vList2"/>
    <dgm:cxn modelId="{93D7758F-D397-4CDA-9264-D8C058FF059A}" type="presOf" srcId="{62956FDF-5129-4A29-ACCF-4806C98956E4}" destId="{1BE4ED8F-AFB4-4661-B887-F55CF6086622}" srcOrd="0" destOrd="0" presId="urn:microsoft.com/office/officeart/2005/8/layout/vList2"/>
    <dgm:cxn modelId="{706A8890-2BDF-405C-ADB8-0875A3C60506}" type="presOf" srcId="{83D68181-FE5B-4277-85D6-217896EC71D0}" destId="{77287FFA-DA10-489A-8258-1D2F9326A0E6}" srcOrd="0" destOrd="0" presId="urn:microsoft.com/office/officeart/2005/8/layout/vList2"/>
    <dgm:cxn modelId="{5466879A-C9FE-4D06-B806-8EF8DCDFE2CC}" srcId="{3869F2CE-0F46-4D82-882E-3AAF73AFEA93}" destId="{3C1E52EB-C27B-49F6-B48B-781AE8069245}" srcOrd="0" destOrd="0" parTransId="{7AC4DADF-10B1-4D05-A570-F29AD0203DFB}" sibTransId="{A5BE309F-31F1-408F-9A34-2779A8309F19}"/>
    <dgm:cxn modelId="{83C3139E-8F2F-4EED-8359-E57AA40B474E}" type="presOf" srcId="{9B6A2041-0EC2-4CD3-A3D3-3EEAACBFDF5E}" destId="{B63B2A81-75ED-45D7-ABA6-36E2F2E76962}" srcOrd="0" destOrd="0" presId="urn:microsoft.com/office/officeart/2005/8/layout/vList2"/>
    <dgm:cxn modelId="{9FCE9AAA-BDD0-4CAD-B476-F50CE4091A0D}" type="presOf" srcId="{3869F2CE-0F46-4D82-882E-3AAF73AFEA93}" destId="{4D166B4F-65C2-4F29-B332-479C251CD9EE}" srcOrd="0" destOrd="0" presId="urn:microsoft.com/office/officeart/2005/8/layout/vList2"/>
    <dgm:cxn modelId="{667363AD-D579-4AA7-AAB1-64213E4B445B}" srcId="{9B6A2041-0EC2-4CD3-A3D3-3EEAACBFDF5E}" destId="{C9A7FA74-4B33-4261-8685-1FA54FF905BE}" srcOrd="3" destOrd="0" parTransId="{D966A70A-35B1-442A-BE14-8B7BD40AD9BB}" sibTransId="{970F8C08-F6FE-488F-96DD-144CD93BB95A}"/>
    <dgm:cxn modelId="{9402AFAD-9FAD-4CB6-A57E-33B21941E991}" type="presOf" srcId="{079BFB0D-AE9E-4756-B6B7-AE6AA57D33A7}" destId="{A81A049D-6DB1-4254-8523-C287AF8EC393}" srcOrd="0" destOrd="0" presId="urn:microsoft.com/office/officeart/2005/8/layout/vList2"/>
    <dgm:cxn modelId="{643D2AB2-2CEA-4030-A2D1-2DA4278C2705}" type="presOf" srcId="{9A2FDE1D-A5AD-4CC0-A65C-BFD20B4C4D64}" destId="{C3259964-A219-4817-83F9-B1D4BEEFABE8}" srcOrd="0" destOrd="0" presId="urn:microsoft.com/office/officeart/2005/8/layout/vList2"/>
    <dgm:cxn modelId="{E15366B3-0763-4E13-93E5-824F49AE8B85}" srcId="{079BFB0D-AE9E-4756-B6B7-AE6AA57D33A7}" destId="{09086EF4-0481-484F-B1C3-7FB4C6F57BF8}" srcOrd="1" destOrd="0" parTransId="{1011B39E-6A7B-4E6A-90FA-6E2EB6E4AABC}" sibTransId="{8B62E58D-9C0B-4A4B-836A-E83860E89D9D}"/>
    <dgm:cxn modelId="{B0A52ABF-967C-4D6D-B4A0-7F7BA807CBB5}" srcId="{9B6A2041-0EC2-4CD3-A3D3-3EEAACBFDF5E}" destId="{62956FDF-5129-4A29-ACCF-4806C98956E4}" srcOrd="0" destOrd="0" parTransId="{2A062EA3-32F0-4193-A085-CCF5F1282E41}" sibTransId="{5175225D-2A5B-4A43-A86A-4C9F211EE1C3}"/>
    <dgm:cxn modelId="{A05C54C0-6503-467E-9D3F-D4385F399933}" srcId="{D3491F85-5C23-449F-9570-37FA859534C5}" destId="{9BEC207C-6ECE-462D-AF00-4193311F3AC0}" srcOrd="1" destOrd="0" parTransId="{4837E972-6ECB-4928-BE61-2EAC32AAA2E8}" sibTransId="{EB4B1466-D2D9-43D2-82AE-12B713C41975}"/>
    <dgm:cxn modelId="{84B813C2-0724-4943-B341-BB559C0C4A43}" srcId="{662F9F9F-F3AC-4F54-82F9-C34598471B99}" destId="{485A7920-0748-4B1F-A6D6-9F1211C0D7F4}" srcOrd="0" destOrd="0" parTransId="{560F9E31-11EE-4FEC-A71D-2AF76FE3A5FF}" sibTransId="{7B210A0F-ADBD-4CD2-90F0-54919B8C0B6F}"/>
    <dgm:cxn modelId="{0AA0FDD4-ED80-47B8-8B8A-7147920C2E69}" srcId="{079BFB0D-AE9E-4756-B6B7-AE6AA57D33A7}" destId="{662F9F9F-F3AC-4F54-82F9-C34598471B99}" srcOrd="0" destOrd="0" parTransId="{11F80ABC-20CB-4A8A-ADAD-B415F299CFC1}" sibTransId="{1E58AFC0-A34F-42ED-ADAC-AB6B7B19B563}"/>
    <dgm:cxn modelId="{07C047D9-1531-4DB9-9EC3-B8D1467CC4E1}" srcId="{C9A7FA74-4B33-4261-8685-1FA54FF905BE}" destId="{ACD777AF-2F97-4706-915D-FF011822DF1C}" srcOrd="0" destOrd="0" parTransId="{04921AB5-4B05-4A74-8990-BD67C29A2323}" sibTransId="{669BE73D-E4A6-46C0-A170-66E3BD74F940}"/>
    <dgm:cxn modelId="{423298DF-C8C2-45A6-A329-98FA93A94B63}" type="presOf" srcId="{3338103E-F702-4565-89D1-62A87D1C4190}" destId="{D3C62DED-7151-4F61-AFAE-61BB7DB31FB9}" srcOrd="0" destOrd="1" presId="urn:microsoft.com/office/officeart/2005/8/layout/vList2"/>
    <dgm:cxn modelId="{5967CAEE-C525-405F-93F7-97DA8EC8282B}" srcId="{9B6A2041-0EC2-4CD3-A3D3-3EEAACBFDF5E}" destId="{3869F2CE-0F46-4D82-882E-3AAF73AFEA93}" srcOrd="1" destOrd="0" parTransId="{4CCFDF37-F4FB-4B64-9907-FBA3335DEAFB}" sibTransId="{B3C21A78-7072-4098-95F3-E382B3D6F0AE}"/>
    <dgm:cxn modelId="{AB02E3F3-F87B-496D-A12A-88B50F2F0A6D}" type="presOf" srcId="{662F9F9F-F3AC-4F54-82F9-C34598471B99}" destId="{4A228D0B-A3A6-4A26-8F68-D25826B83862}" srcOrd="0" destOrd="0" presId="urn:microsoft.com/office/officeart/2005/8/layout/vList2"/>
    <dgm:cxn modelId="{2486D0F4-A3CB-406B-AD41-A2B1771FB5DE}" srcId="{9B6A2041-0EC2-4CD3-A3D3-3EEAACBFDF5E}" destId="{079BFB0D-AE9E-4756-B6B7-AE6AA57D33A7}" srcOrd="2" destOrd="0" parTransId="{F5270A01-BDA0-4656-AAE6-7F6BEE13E9A4}" sibTransId="{3AA3E296-B903-45CE-A10F-F33FB41E69B8}"/>
    <dgm:cxn modelId="{36B3DAF8-F973-4E52-90FD-9501538977FA}" type="presOf" srcId="{D3491F85-5C23-449F-9570-37FA859534C5}" destId="{02250ED2-C922-454C-962F-BC098526F36B}" srcOrd="0" destOrd="0" presId="urn:microsoft.com/office/officeart/2005/8/layout/vList2"/>
    <dgm:cxn modelId="{F38AB0FF-9625-493C-A08F-AF86A6A4ABF1}" srcId="{62956FDF-5129-4A29-ACCF-4806C98956E4}" destId="{83D68181-FE5B-4277-85D6-217896EC71D0}" srcOrd="0" destOrd="0" parTransId="{739604D4-46FF-4879-9559-2E2C47592F5D}" sibTransId="{BB0B6519-85A9-4FDC-8C69-CA9F5E1B1C68}"/>
    <dgm:cxn modelId="{E0ACE186-5BB5-4E53-9B26-DBAD72819510}" type="presParOf" srcId="{B63B2A81-75ED-45D7-ABA6-36E2F2E76962}" destId="{1BE4ED8F-AFB4-4661-B887-F55CF6086622}" srcOrd="0" destOrd="0" presId="urn:microsoft.com/office/officeart/2005/8/layout/vList2"/>
    <dgm:cxn modelId="{DBA1835A-0C38-429E-B4E0-C28B651447C1}" type="presParOf" srcId="{B63B2A81-75ED-45D7-ABA6-36E2F2E76962}" destId="{77287FFA-DA10-489A-8258-1D2F9326A0E6}" srcOrd="1" destOrd="0" presId="urn:microsoft.com/office/officeart/2005/8/layout/vList2"/>
    <dgm:cxn modelId="{BAEBF798-549E-4AC0-8ED4-9EA7232185D3}" type="presParOf" srcId="{B63B2A81-75ED-45D7-ABA6-36E2F2E76962}" destId="{4D166B4F-65C2-4F29-B332-479C251CD9EE}" srcOrd="2" destOrd="0" presId="urn:microsoft.com/office/officeart/2005/8/layout/vList2"/>
    <dgm:cxn modelId="{0DEAD326-56AD-49A4-85D9-10949898F4EA}" type="presParOf" srcId="{B63B2A81-75ED-45D7-ABA6-36E2F2E76962}" destId="{D3C62DED-7151-4F61-AFAE-61BB7DB31FB9}" srcOrd="3" destOrd="0" presId="urn:microsoft.com/office/officeart/2005/8/layout/vList2"/>
    <dgm:cxn modelId="{2C09527C-6E74-4DFA-93B4-25EBDAD54677}" type="presParOf" srcId="{B63B2A81-75ED-45D7-ABA6-36E2F2E76962}" destId="{A81A049D-6DB1-4254-8523-C287AF8EC393}" srcOrd="4" destOrd="0" presId="urn:microsoft.com/office/officeart/2005/8/layout/vList2"/>
    <dgm:cxn modelId="{5E9E039B-BE8A-4C0F-B0EA-13335C782CCA}" type="presParOf" srcId="{B63B2A81-75ED-45D7-ABA6-36E2F2E76962}" destId="{4A228D0B-A3A6-4A26-8F68-D25826B83862}" srcOrd="5" destOrd="0" presId="urn:microsoft.com/office/officeart/2005/8/layout/vList2"/>
    <dgm:cxn modelId="{0ED87A6F-9B05-4437-BEED-3CE0D6E2083C}" type="presParOf" srcId="{B63B2A81-75ED-45D7-ABA6-36E2F2E76962}" destId="{C6246AD6-BD31-4BEE-8736-D9884F617825}" srcOrd="6" destOrd="0" presId="urn:microsoft.com/office/officeart/2005/8/layout/vList2"/>
    <dgm:cxn modelId="{DFBA6FCB-D066-4351-8004-58594C35692A}" type="presParOf" srcId="{B63B2A81-75ED-45D7-ABA6-36E2F2E76962}" destId="{B835C420-904C-4C37-BA31-BCF8A87D251F}" srcOrd="7" destOrd="0" presId="urn:microsoft.com/office/officeart/2005/8/layout/vList2"/>
    <dgm:cxn modelId="{79BB17EE-53C2-488C-917C-0E25C4BE0DFA}" type="presParOf" srcId="{B63B2A81-75ED-45D7-ABA6-36E2F2E76962}" destId="{02250ED2-C922-454C-962F-BC098526F36B}" srcOrd="8" destOrd="0" presId="urn:microsoft.com/office/officeart/2005/8/layout/vList2"/>
    <dgm:cxn modelId="{C68FA30C-FBB5-4DF5-A2A2-07017DAD9BA1}" type="presParOf" srcId="{B63B2A81-75ED-45D7-ABA6-36E2F2E76962}" destId="{C3259964-A219-4817-83F9-B1D4BEEFABE8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4FB2B83-62B9-4349-9C5A-83D0068C9C5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2372932-1D55-4824-AEE3-014E826EDEAA}">
      <dgm:prSet/>
      <dgm:spPr/>
      <dgm:t>
        <a:bodyPr/>
        <a:lstStyle/>
        <a:p>
          <a:pPr>
            <a:defRPr b="1"/>
          </a:pPr>
          <a:r>
            <a:rPr lang="en-GB"/>
            <a:t>Factory Method</a:t>
          </a:r>
          <a:endParaRPr lang="en-US"/>
        </a:p>
      </dgm:t>
    </dgm:pt>
    <dgm:pt modelId="{B2FF62C4-F2AF-4699-8134-5E9A73CE8A6C}" type="parTrans" cxnId="{05BF4187-B7E8-403C-87ED-D29EECC0C7FB}">
      <dgm:prSet/>
      <dgm:spPr/>
      <dgm:t>
        <a:bodyPr/>
        <a:lstStyle/>
        <a:p>
          <a:endParaRPr lang="en-US"/>
        </a:p>
      </dgm:t>
    </dgm:pt>
    <dgm:pt modelId="{F02DD588-A411-4B88-9143-04189AD01C01}" type="sibTrans" cxnId="{05BF4187-B7E8-403C-87ED-D29EECC0C7FB}">
      <dgm:prSet/>
      <dgm:spPr/>
      <dgm:t>
        <a:bodyPr/>
        <a:lstStyle/>
        <a:p>
          <a:endParaRPr lang="en-US"/>
        </a:p>
      </dgm:t>
    </dgm:pt>
    <dgm:pt modelId="{E6E17061-D02A-4017-9A4E-88D9B9A7EF30}">
      <dgm:prSet/>
      <dgm:spPr/>
      <dgm:t>
        <a:bodyPr/>
        <a:lstStyle/>
        <a:p>
          <a:r>
            <a:rPr lang="en-GB"/>
            <a:t>EmployeeFactory creates Hourly or Salaried employees</a:t>
          </a:r>
          <a:endParaRPr lang="en-US"/>
        </a:p>
      </dgm:t>
    </dgm:pt>
    <dgm:pt modelId="{40599DF1-EF2F-4A9B-8EC7-B6E491DD71E8}" type="parTrans" cxnId="{44DBE4B1-8CE1-45B1-93DA-4AA216654C52}">
      <dgm:prSet/>
      <dgm:spPr/>
      <dgm:t>
        <a:bodyPr/>
        <a:lstStyle/>
        <a:p>
          <a:endParaRPr lang="en-US"/>
        </a:p>
      </dgm:t>
    </dgm:pt>
    <dgm:pt modelId="{9C263510-F39C-4D9C-8799-9A7BBA20D65C}" type="sibTrans" cxnId="{44DBE4B1-8CE1-45B1-93DA-4AA216654C52}">
      <dgm:prSet/>
      <dgm:spPr/>
      <dgm:t>
        <a:bodyPr/>
        <a:lstStyle/>
        <a:p>
          <a:endParaRPr lang="en-US"/>
        </a:p>
      </dgm:t>
    </dgm:pt>
    <dgm:pt modelId="{E3850227-E096-4634-A647-865E634A50FC}">
      <dgm:prSet/>
      <dgm:spPr/>
      <dgm:t>
        <a:bodyPr/>
        <a:lstStyle/>
        <a:p>
          <a:r>
            <a:rPr lang="en-GB"/>
            <a:t>Removes new from main and centralizes object creation</a:t>
          </a:r>
          <a:endParaRPr lang="en-US"/>
        </a:p>
      </dgm:t>
    </dgm:pt>
    <dgm:pt modelId="{FB28BEDE-1095-4DBC-8A59-5AB8517E325B}" type="parTrans" cxnId="{4EEF4602-2178-43F6-9745-56AD6FEAB2DB}">
      <dgm:prSet/>
      <dgm:spPr/>
      <dgm:t>
        <a:bodyPr/>
        <a:lstStyle/>
        <a:p>
          <a:endParaRPr lang="en-US"/>
        </a:p>
      </dgm:t>
    </dgm:pt>
    <dgm:pt modelId="{25AFABE6-0C14-4189-A7D3-385810F20DAF}" type="sibTrans" cxnId="{4EEF4602-2178-43F6-9745-56AD6FEAB2DB}">
      <dgm:prSet/>
      <dgm:spPr/>
      <dgm:t>
        <a:bodyPr/>
        <a:lstStyle/>
        <a:p>
          <a:endParaRPr lang="en-US"/>
        </a:p>
      </dgm:t>
    </dgm:pt>
    <dgm:pt modelId="{2A319CE7-FA12-4BD3-999F-7A0AF24A8DF8}">
      <dgm:prSet/>
      <dgm:spPr/>
      <dgm:t>
        <a:bodyPr/>
        <a:lstStyle/>
        <a:p>
          <a:pPr>
            <a:defRPr b="1"/>
          </a:pPr>
          <a:r>
            <a:rPr lang="en-GB"/>
            <a:t>Singleton Pattern</a:t>
          </a:r>
          <a:endParaRPr lang="en-US"/>
        </a:p>
      </dgm:t>
    </dgm:pt>
    <dgm:pt modelId="{8F03642C-5D3A-48A2-99E7-5EBC9A966577}" type="parTrans" cxnId="{78748FF7-765F-4B7F-8F3B-EA03B2E9CF49}">
      <dgm:prSet/>
      <dgm:spPr/>
      <dgm:t>
        <a:bodyPr/>
        <a:lstStyle/>
        <a:p>
          <a:endParaRPr lang="en-US"/>
        </a:p>
      </dgm:t>
    </dgm:pt>
    <dgm:pt modelId="{6F10DAAD-8160-4AC0-A630-DDC720812191}" type="sibTrans" cxnId="{78748FF7-765F-4B7F-8F3B-EA03B2E9CF49}">
      <dgm:prSet/>
      <dgm:spPr/>
      <dgm:t>
        <a:bodyPr/>
        <a:lstStyle/>
        <a:p>
          <a:endParaRPr lang="en-US"/>
        </a:p>
      </dgm:t>
    </dgm:pt>
    <dgm:pt modelId="{C1AFD863-5725-46D5-9DBB-D3273E4C47C7}">
      <dgm:prSet/>
      <dgm:spPr/>
      <dgm:t>
        <a:bodyPr/>
        <a:lstStyle/>
        <a:p>
          <a:r>
            <a:rPr lang="en-GB"/>
            <a:t>EmployeeManager ensures single global instance</a:t>
          </a:r>
          <a:endParaRPr lang="en-US"/>
        </a:p>
      </dgm:t>
    </dgm:pt>
    <dgm:pt modelId="{E6B82CAC-10CA-4356-962F-25E7CC35C974}" type="parTrans" cxnId="{3CD83BF8-D735-4FBF-87C4-8651B307B078}">
      <dgm:prSet/>
      <dgm:spPr/>
      <dgm:t>
        <a:bodyPr/>
        <a:lstStyle/>
        <a:p>
          <a:endParaRPr lang="en-US"/>
        </a:p>
      </dgm:t>
    </dgm:pt>
    <dgm:pt modelId="{0A304BB2-694A-47CB-B384-621BA3D790B7}" type="sibTrans" cxnId="{3CD83BF8-D735-4FBF-87C4-8651B307B078}">
      <dgm:prSet/>
      <dgm:spPr/>
      <dgm:t>
        <a:bodyPr/>
        <a:lstStyle/>
        <a:p>
          <a:endParaRPr lang="en-US"/>
        </a:p>
      </dgm:t>
    </dgm:pt>
    <dgm:pt modelId="{6418DA24-75BA-4558-A4B8-880B2D36DAC9}">
      <dgm:prSet/>
      <dgm:spPr/>
      <dgm:t>
        <a:bodyPr/>
        <a:lstStyle/>
        <a:p>
          <a:r>
            <a:rPr lang="en-GB"/>
            <a:t>Central point for storing, searching and managing employees</a:t>
          </a:r>
          <a:endParaRPr lang="en-US"/>
        </a:p>
      </dgm:t>
    </dgm:pt>
    <dgm:pt modelId="{B8C69E62-A320-4642-803D-469B5C360161}" type="parTrans" cxnId="{B6763E43-94FB-43DC-BE4E-D780C305230B}">
      <dgm:prSet/>
      <dgm:spPr/>
      <dgm:t>
        <a:bodyPr/>
        <a:lstStyle/>
        <a:p>
          <a:endParaRPr lang="en-US"/>
        </a:p>
      </dgm:t>
    </dgm:pt>
    <dgm:pt modelId="{1C7B4C82-80B7-4DAA-AEC3-C1E1E8E9B226}" type="sibTrans" cxnId="{B6763E43-94FB-43DC-BE4E-D780C305230B}">
      <dgm:prSet/>
      <dgm:spPr/>
      <dgm:t>
        <a:bodyPr/>
        <a:lstStyle/>
        <a:p>
          <a:endParaRPr lang="en-US"/>
        </a:p>
      </dgm:t>
    </dgm:pt>
    <dgm:pt modelId="{C2418462-C0FD-48C4-9486-96F3690979DA}">
      <dgm:prSet/>
      <dgm:spPr/>
      <dgm:t>
        <a:bodyPr/>
        <a:lstStyle/>
        <a:p>
          <a:pPr>
            <a:defRPr b="1"/>
          </a:pPr>
          <a:r>
            <a:rPr lang="en-GB"/>
            <a:t>Strategy Pattern</a:t>
          </a:r>
          <a:endParaRPr lang="en-US"/>
        </a:p>
      </dgm:t>
    </dgm:pt>
    <dgm:pt modelId="{6CE7B59B-FCEF-4E7A-9905-41748971047D}" type="parTrans" cxnId="{B57AC1FC-96D9-444C-8442-E1A9D51F3EFC}">
      <dgm:prSet/>
      <dgm:spPr/>
      <dgm:t>
        <a:bodyPr/>
        <a:lstStyle/>
        <a:p>
          <a:endParaRPr lang="en-US"/>
        </a:p>
      </dgm:t>
    </dgm:pt>
    <dgm:pt modelId="{2358B0CE-4354-4D93-815E-FAADCB4BBFFB}" type="sibTrans" cxnId="{B57AC1FC-96D9-444C-8442-E1A9D51F3EFC}">
      <dgm:prSet/>
      <dgm:spPr/>
      <dgm:t>
        <a:bodyPr/>
        <a:lstStyle/>
        <a:p>
          <a:endParaRPr lang="en-US"/>
        </a:p>
      </dgm:t>
    </dgm:pt>
    <dgm:pt modelId="{DB7E2BB1-4409-423C-8F9B-28D6BC7BF813}">
      <dgm:prSet/>
      <dgm:spPr/>
      <dgm:t>
        <a:bodyPr/>
        <a:lstStyle/>
        <a:p>
          <a:r>
            <a:rPr lang="en-GB"/>
            <a:t>Each employee type has its own pay-calculation strategy</a:t>
          </a:r>
          <a:endParaRPr lang="en-US"/>
        </a:p>
      </dgm:t>
    </dgm:pt>
    <dgm:pt modelId="{4AC7E6E8-088E-4881-A58F-FA4E0562C8E2}" type="parTrans" cxnId="{DF79F30D-4383-42D2-A5DD-DFF585A717E4}">
      <dgm:prSet/>
      <dgm:spPr/>
      <dgm:t>
        <a:bodyPr/>
        <a:lstStyle/>
        <a:p>
          <a:endParaRPr lang="en-US"/>
        </a:p>
      </dgm:t>
    </dgm:pt>
    <dgm:pt modelId="{C96B8099-7E52-4D08-A966-1586C52EB01E}" type="sibTrans" cxnId="{DF79F30D-4383-42D2-A5DD-DFF585A717E4}">
      <dgm:prSet/>
      <dgm:spPr/>
      <dgm:t>
        <a:bodyPr/>
        <a:lstStyle/>
        <a:p>
          <a:endParaRPr lang="en-US"/>
        </a:p>
      </dgm:t>
    </dgm:pt>
    <dgm:pt modelId="{3304CB5A-3EF2-4B92-A2F4-7CB7223F21F6}">
      <dgm:prSet/>
      <dgm:spPr/>
      <dgm:t>
        <a:bodyPr/>
        <a:lstStyle/>
        <a:p>
          <a:r>
            <a:rPr lang="en-GB"/>
            <a:t>calculatePay() polymorphically  executes type-specific logic</a:t>
          </a:r>
          <a:endParaRPr lang="en-US"/>
        </a:p>
      </dgm:t>
    </dgm:pt>
    <dgm:pt modelId="{8A9D0A4D-1D5C-4E39-84D4-AE5F99560E8E}" type="parTrans" cxnId="{0F72B9FE-ECB5-48E0-A3AA-977D5CFC5A88}">
      <dgm:prSet/>
      <dgm:spPr/>
      <dgm:t>
        <a:bodyPr/>
        <a:lstStyle/>
        <a:p>
          <a:endParaRPr lang="en-US"/>
        </a:p>
      </dgm:t>
    </dgm:pt>
    <dgm:pt modelId="{25E2D9AD-8D69-4B27-9FBD-95ACD4FA35B0}" type="sibTrans" cxnId="{0F72B9FE-ECB5-48E0-A3AA-977D5CFC5A88}">
      <dgm:prSet/>
      <dgm:spPr/>
      <dgm:t>
        <a:bodyPr/>
        <a:lstStyle/>
        <a:p>
          <a:endParaRPr lang="en-US"/>
        </a:p>
      </dgm:t>
    </dgm:pt>
    <dgm:pt modelId="{2955B2FF-F4CA-4E03-A95F-B5FBCAA5F049}">
      <dgm:prSet/>
      <dgm:spPr/>
      <dgm:t>
        <a:bodyPr/>
        <a:lstStyle/>
        <a:p>
          <a:pPr>
            <a:defRPr b="1"/>
          </a:pPr>
          <a:r>
            <a:rPr lang="en-GB"/>
            <a:t>Adapter Pattern</a:t>
          </a:r>
          <a:endParaRPr lang="en-US"/>
        </a:p>
      </dgm:t>
    </dgm:pt>
    <dgm:pt modelId="{083706EC-8C7E-4EB7-A284-1C055B7C7BA2}" type="parTrans" cxnId="{30408008-E03E-4A46-8C59-5CFD3363661B}">
      <dgm:prSet/>
      <dgm:spPr/>
      <dgm:t>
        <a:bodyPr/>
        <a:lstStyle/>
        <a:p>
          <a:endParaRPr lang="en-US"/>
        </a:p>
      </dgm:t>
    </dgm:pt>
    <dgm:pt modelId="{EE219653-B59E-4AF1-8789-7BFEB8C9C642}" type="sibTrans" cxnId="{30408008-E03E-4A46-8C59-5CFD3363661B}">
      <dgm:prSet/>
      <dgm:spPr/>
      <dgm:t>
        <a:bodyPr/>
        <a:lstStyle/>
        <a:p>
          <a:endParaRPr lang="en-US"/>
        </a:p>
      </dgm:t>
    </dgm:pt>
    <dgm:pt modelId="{6D9CDB96-CC19-408E-BE9F-A9B169CD1DBB}">
      <dgm:prSet/>
      <dgm:spPr/>
      <dgm:t>
        <a:bodyPr/>
        <a:lstStyle/>
        <a:p>
          <a:r>
            <a:rPr lang="en-GB"/>
            <a:t>CsvDataSource adapts CSV files to Employee objects</a:t>
          </a:r>
          <a:endParaRPr lang="en-US"/>
        </a:p>
      </dgm:t>
    </dgm:pt>
    <dgm:pt modelId="{F567088A-5B13-4CD0-9DB4-B283BAA96381}" type="parTrans" cxnId="{E104D1BB-7297-4592-A64B-A0781BEAA231}">
      <dgm:prSet/>
      <dgm:spPr/>
      <dgm:t>
        <a:bodyPr/>
        <a:lstStyle/>
        <a:p>
          <a:endParaRPr lang="en-US"/>
        </a:p>
      </dgm:t>
    </dgm:pt>
    <dgm:pt modelId="{AAA10372-1424-4F07-804F-D4CC17347C03}" type="sibTrans" cxnId="{E104D1BB-7297-4592-A64B-A0781BEAA231}">
      <dgm:prSet/>
      <dgm:spPr/>
      <dgm:t>
        <a:bodyPr/>
        <a:lstStyle/>
        <a:p>
          <a:endParaRPr lang="en-US"/>
        </a:p>
      </dgm:t>
    </dgm:pt>
    <dgm:pt modelId="{6C07CF3A-A167-4E97-AB29-9C9DC87E40EC}">
      <dgm:prSet/>
      <dgm:spPr/>
      <dgm:t>
        <a:bodyPr/>
        <a:lstStyle/>
        <a:p>
          <a:r>
            <a:rPr lang="en-GB"/>
            <a:t>Outputs Employee* objects using Factory</a:t>
          </a:r>
          <a:endParaRPr lang="en-US"/>
        </a:p>
      </dgm:t>
    </dgm:pt>
    <dgm:pt modelId="{D74562AB-C701-4725-AE88-4C1FB6942970}" type="parTrans" cxnId="{554F18D8-848A-4D13-93D1-5C12A4A112A0}">
      <dgm:prSet/>
      <dgm:spPr/>
      <dgm:t>
        <a:bodyPr/>
        <a:lstStyle/>
        <a:p>
          <a:endParaRPr lang="en-US"/>
        </a:p>
      </dgm:t>
    </dgm:pt>
    <dgm:pt modelId="{47B9FE7E-C656-4B93-ACD3-E98EB9CDDC47}" type="sibTrans" cxnId="{554F18D8-848A-4D13-93D1-5C12A4A112A0}">
      <dgm:prSet/>
      <dgm:spPr/>
      <dgm:t>
        <a:bodyPr/>
        <a:lstStyle/>
        <a:p>
          <a:endParaRPr lang="en-US"/>
        </a:p>
      </dgm:t>
    </dgm:pt>
    <dgm:pt modelId="{08AB8F1F-E5F3-4C14-8A83-B23DC5A4FB22}" type="pres">
      <dgm:prSet presAssocID="{84FB2B83-62B9-4349-9C5A-83D0068C9C5F}" presName="root" presStyleCnt="0">
        <dgm:presLayoutVars>
          <dgm:dir/>
          <dgm:resizeHandles val="exact"/>
        </dgm:presLayoutVars>
      </dgm:prSet>
      <dgm:spPr/>
    </dgm:pt>
    <dgm:pt modelId="{A06D0847-A1A4-4CE4-8E27-F11FA1653299}" type="pres">
      <dgm:prSet presAssocID="{F2372932-1D55-4824-AEE3-014E826EDEAA}" presName="compNode" presStyleCnt="0"/>
      <dgm:spPr/>
    </dgm:pt>
    <dgm:pt modelId="{7C29F2F8-1715-4365-8E68-85111BCCA714}" type="pres">
      <dgm:prSet presAssocID="{F2372932-1D55-4824-AEE3-014E826EDEA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3936032D-8B0C-4D33-892A-FF2EF983ABE8}" type="pres">
      <dgm:prSet presAssocID="{F2372932-1D55-4824-AEE3-014E826EDEAA}" presName="iconSpace" presStyleCnt="0"/>
      <dgm:spPr/>
    </dgm:pt>
    <dgm:pt modelId="{3F7E2D4B-B11F-46BB-83E0-192FC9F07896}" type="pres">
      <dgm:prSet presAssocID="{F2372932-1D55-4824-AEE3-014E826EDEAA}" presName="parTx" presStyleLbl="revTx" presStyleIdx="0" presStyleCnt="8">
        <dgm:presLayoutVars>
          <dgm:chMax val="0"/>
          <dgm:chPref val="0"/>
        </dgm:presLayoutVars>
      </dgm:prSet>
      <dgm:spPr/>
    </dgm:pt>
    <dgm:pt modelId="{346B280A-46BD-4AEC-B96A-1116578DAD7B}" type="pres">
      <dgm:prSet presAssocID="{F2372932-1D55-4824-AEE3-014E826EDEAA}" presName="txSpace" presStyleCnt="0"/>
      <dgm:spPr/>
    </dgm:pt>
    <dgm:pt modelId="{8E345DDA-0463-4DCC-9E87-03573C7367D1}" type="pres">
      <dgm:prSet presAssocID="{F2372932-1D55-4824-AEE3-014E826EDEAA}" presName="desTx" presStyleLbl="revTx" presStyleIdx="1" presStyleCnt="8">
        <dgm:presLayoutVars/>
      </dgm:prSet>
      <dgm:spPr/>
    </dgm:pt>
    <dgm:pt modelId="{87C1C021-AE9E-4E97-A0B0-CC9AE3AB7603}" type="pres">
      <dgm:prSet presAssocID="{F02DD588-A411-4B88-9143-04189AD01C01}" presName="sibTrans" presStyleCnt="0"/>
      <dgm:spPr/>
    </dgm:pt>
    <dgm:pt modelId="{4D920C5C-8022-49D0-B872-9B12AE2F8178}" type="pres">
      <dgm:prSet presAssocID="{2A319CE7-FA12-4BD3-999F-7A0AF24A8DF8}" presName="compNode" presStyleCnt="0"/>
      <dgm:spPr/>
    </dgm:pt>
    <dgm:pt modelId="{62F24D4F-6EB4-4803-8E86-A6924F45647F}" type="pres">
      <dgm:prSet presAssocID="{2A319CE7-FA12-4BD3-999F-7A0AF24A8DF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29A359C-49EE-4517-B750-8F9074087289}" type="pres">
      <dgm:prSet presAssocID="{2A319CE7-FA12-4BD3-999F-7A0AF24A8DF8}" presName="iconSpace" presStyleCnt="0"/>
      <dgm:spPr/>
    </dgm:pt>
    <dgm:pt modelId="{753E376B-206F-4D00-A196-F0DDA8E4AD32}" type="pres">
      <dgm:prSet presAssocID="{2A319CE7-FA12-4BD3-999F-7A0AF24A8DF8}" presName="parTx" presStyleLbl="revTx" presStyleIdx="2" presStyleCnt="8">
        <dgm:presLayoutVars>
          <dgm:chMax val="0"/>
          <dgm:chPref val="0"/>
        </dgm:presLayoutVars>
      </dgm:prSet>
      <dgm:spPr/>
    </dgm:pt>
    <dgm:pt modelId="{C8F42300-A176-452F-848A-B521893FA8FB}" type="pres">
      <dgm:prSet presAssocID="{2A319CE7-FA12-4BD3-999F-7A0AF24A8DF8}" presName="txSpace" presStyleCnt="0"/>
      <dgm:spPr/>
    </dgm:pt>
    <dgm:pt modelId="{A5D0C868-1754-44F6-9A51-F86AD3B8303C}" type="pres">
      <dgm:prSet presAssocID="{2A319CE7-FA12-4BD3-999F-7A0AF24A8DF8}" presName="desTx" presStyleLbl="revTx" presStyleIdx="3" presStyleCnt="8">
        <dgm:presLayoutVars/>
      </dgm:prSet>
      <dgm:spPr/>
    </dgm:pt>
    <dgm:pt modelId="{C41D9FC4-FCE8-47F5-B8CB-A8362DC8354D}" type="pres">
      <dgm:prSet presAssocID="{6F10DAAD-8160-4AC0-A630-DDC720812191}" presName="sibTrans" presStyleCnt="0"/>
      <dgm:spPr/>
    </dgm:pt>
    <dgm:pt modelId="{FF33874C-55D6-446B-A5A6-D5C2960DA340}" type="pres">
      <dgm:prSet presAssocID="{C2418462-C0FD-48C4-9486-96F3690979DA}" presName="compNode" presStyleCnt="0"/>
      <dgm:spPr/>
    </dgm:pt>
    <dgm:pt modelId="{4EA776DD-5C7D-4DF5-BC0A-3367F97B04EE}" type="pres">
      <dgm:prSet presAssocID="{C2418462-C0FD-48C4-9486-96F3690979D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42E05879-76E2-4B89-84E1-AF6CF4F0A0DA}" type="pres">
      <dgm:prSet presAssocID="{C2418462-C0FD-48C4-9486-96F3690979DA}" presName="iconSpace" presStyleCnt="0"/>
      <dgm:spPr/>
    </dgm:pt>
    <dgm:pt modelId="{B5D57432-3022-45D6-BB6B-2D1AF238327B}" type="pres">
      <dgm:prSet presAssocID="{C2418462-C0FD-48C4-9486-96F3690979DA}" presName="parTx" presStyleLbl="revTx" presStyleIdx="4" presStyleCnt="8">
        <dgm:presLayoutVars>
          <dgm:chMax val="0"/>
          <dgm:chPref val="0"/>
        </dgm:presLayoutVars>
      </dgm:prSet>
      <dgm:spPr/>
    </dgm:pt>
    <dgm:pt modelId="{9624F26E-C449-4E6F-BCEC-D6724034CC71}" type="pres">
      <dgm:prSet presAssocID="{C2418462-C0FD-48C4-9486-96F3690979DA}" presName="txSpace" presStyleCnt="0"/>
      <dgm:spPr/>
    </dgm:pt>
    <dgm:pt modelId="{3E3D96ED-FF90-4608-8A93-F39342BFE858}" type="pres">
      <dgm:prSet presAssocID="{C2418462-C0FD-48C4-9486-96F3690979DA}" presName="desTx" presStyleLbl="revTx" presStyleIdx="5" presStyleCnt="8">
        <dgm:presLayoutVars/>
      </dgm:prSet>
      <dgm:spPr/>
    </dgm:pt>
    <dgm:pt modelId="{B9F54307-03BE-4EBD-A6C5-9C521447CE4F}" type="pres">
      <dgm:prSet presAssocID="{2358B0CE-4354-4D93-815E-FAADCB4BBFFB}" presName="sibTrans" presStyleCnt="0"/>
      <dgm:spPr/>
    </dgm:pt>
    <dgm:pt modelId="{DF6CC824-C98C-4379-8224-A849D727B5E3}" type="pres">
      <dgm:prSet presAssocID="{2955B2FF-F4CA-4E03-A95F-B5FBCAA5F049}" presName="compNode" presStyleCnt="0"/>
      <dgm:spPr/>
    </dgm:pt>
    <dgm:pt modelId="{949CFFD8-ACAC-4C67-B2E6-45CBF6BD317C}" type="pres">
      <dgm:prSet presAssocID="{2955B2FF-F4CA-4E03-A95F-B5FBCAA5F04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899C1B89-2A8C-4B22-AD41-8640D6CE64BA}" type="pres">
      <dgm:prSet presAssocID="{2955B2FF-F4CA-4E03-A95F-B5FBCAA5F049}" presName="iconSpace" presStyleCnt="0"/>
      <dgm:spPr/>
    </dgm:pt>
    <dgm:pt modelId="{1F604AC7-A1E5-4141-8732-28EE8ADCDB1A}" type="pres">
      <dgm:prSet presAssocID="{2955B2FF-F4CA-4E03-A95F-B5FBCAA5F049}" presName="parTx" presStyleLbl="revTx" presStyleIdx="6" presStyleCnt="8">
        <dgm:presLayoutVars>
          <dgm:chMax val="0"/>
          <dgm:chPref val="0"/>
        </dgm:presLayoutVars>
      </dgm:prSet>
      <dgm:spPr/>
    </dgm:pt>
    <dgm:pt modelId="{55234B9E-3069-445B-A958-73B6D24DD215}" type="pres">
      <dgm:prSet presAssocID="{2955B2FF-F4CA-4E03-A95F-B5FBCAA5F049}" presName="txSpace" presStyleCnt="0"/>
      <dgm:spPr/>
    </dgm:pt>
    <dgm:pt modelId="{86E8C6DB-E39A-4F67-B7B1-AB08F486586C}" type="pres">
      <dgm:prSet presAssocID="{2955B2FF-F4CA-4E03-A95F-B5FBCAA5F049}" presName="desTx" presStyleLbl="revTx" presStyleIdx="7" presStyleCnt="8">
        <dgm:presLayoutVars/>
      </dgm:prSet>
      <dgm:spPr/>
    </dgm:pt>
  </dgm:ptLst>
  <dgm:cxnLst>
    <dgm:cxn modelId="{4EEF4602-2178-43F6-9745-56AD6FEAB2DB}" srcId="{F2372932-1D55-4824-AEE3-014E826EDEAA}" destId="{E3850227-E096-4634-A647-865E634A50FC}" srcOrd="1" destOrd="0" parTransId="{FB28BEDE-1095-4DBC-8A59-5AB8517E325B}" sibTransId="{25AFABE6-0C14-4189-A7D3-385810F20DAF}"/>
    <dgm:cxn modelId="{E7C6F002-9057-483E-B5B1-E1CA00E6B8D3}" type="presOf" srcId="{2955B2FF-F4CA-4E03-A95F-B5FBCAA5F049}" destId="{1F604AC7-A1E5-4141-8732-28EE8ADCDB1A}" srcOrd="0" destOrd="0" presId="urn:microsoft.com/office/officeart/2018/5/layout/CenteredIconLabelDescriptionList"/>
    <dgm:cxn modelId="{632ED103-F55D-4F47-8F1E-0B9C5F50AB5E}" type="presOf" srcId="{6418DA24-75BA-4558-A4B8-880B2D36DAC9}" destId="{A5D0C868-1754-44F6-9A51-F86AD3B8303C}" srcOrd="0" destOrd="1" presId="urn:microsoft.com/office/officeart/2018/5/layout/CenteredIconLabelDescriptionList"/>
    <dgm:cxn modelId="{30408008-E03E-4A46-8C59-5CFD3363661B}" srcId="{84FB2B83-62B9-4349-9C5A-83D0068C9C5F}" destId="{2955B2FF-F4CA-4E03-A95F-B5FBCAA5F049}" srcOrd="3" destOrd="0" parTransId="{083706EC-8C7E-4EB7-A284-1C055B7C7BA2}" sibTransId="{EE219653-B59E-4AF1-8789-7BFEB8C9C642}"/>
    <dgm:cxn modelId="{DF79F30D-4383-42D2-A5DD-DFF585A717E4}" srcId="{C2418462-C0FD-48C4-9486-96F3690979DA}" destId="{DB7E2BB1-4409-423C-8F9B-28D6BC7BF813}" srcOrd="0" destOrd="0" parTransId="{4AC7E6E8-088E-4881-A58F-FA4E0562C8E2}" sibTransId="{C96B8099-7E52-4D08-A966-1586C52EB01E}"/>
    <dgm:cxn modelId="{8D60F620-F9EF-4B34-86BC-8683A4AF961A}" type="presOf" srcId="{2A319CE7-FA12-4BD3-999F-7A0AF24A8DF8}" destId="{753E376B-206F-4D00-A196-F0DDA8E4AD32}" srcOrd="0" destOrd="0" presId="urn:microsoft.com/office/officeart/2018/5/layout/CenteredIconLabelDescriptionList"/>
    <dgm:cxn modelId="{291EBE26-3C18-45BB-89D1-52F613D5FB75}" type="presOf" srcId="{E6E17061-D02A-4017-9A4E-88D9B9A7EF30}" destId="{8E345DDA-0463-4DCC-9E87-03573C7367D1}" srcOrd="0" destOrd="0" presId="urn:microsoft.com/office/officeart/2018/5/layout/CenteredIconLabelDescriptionList"/>
    <dgm:cxn modelId="{48D13530-5C7A-4FF3-8721-DA1102B507E2}" type="presOf" srcId="{6C07CF3A-A167-4E97-AB29-9C9DC87E40EC}" destId="{86E8C6DB-E39A-4F67-B7B1-AB08F486586C}" srcOrd="0" destOrd="1" presId="urn:microsoft.com/office/officeart/2018/5/layout/CenteredIconLabelDescriptionList"/>
    <dgm:cxn modelId="{C1A27335-8685-4322-8F48-731A804D217F}" type="presOf" srcId="{C1AFD863-5725-46D5-9DBB-D3273E4C47C7}" destId="{A5D0C868-1754-44F6-9A51-F86AD3B8303C}" srcOrd="0" destOrd="0" presId="urn:microsoft.com/office/officeart/2018/5/layout/CenteredIconLabelDescriptionList"/>
    <dgm:cxn modelId="{B6763E43-94FB-43DC-BE4E-D780C305230B}" srcId="{2A319CE7-FA12-4BD3-999F-7A0AF24A8DF8}" destId="{6418DA24-75BA-4558-A4B8-880B2D36DAC9}" srcOrd="1" destOrd="0" parTransId="{B8C69E62-A320-4642-803D-469B5C360161}" sibTransId="{1C7B4C82-80B7-4DAA-AEC3-C1E1E8E9B226}"/>
    <dgm:cxn modelId="{5C23F753-C361-4DFA-9814-AE3CB5B7BF1C}" type="presOf" srcId="{F2372932-1D55-4824-AEE3-014E826EDEAA}" destId="{3F7E2D4B-B11F-46BB-83E0-192FC9F07896}" srcOrd="0" destOrd="0" presId="urn:microsoft.com/office/officeart/2018/5/layout/CenteredIconLabelDescriptionList"/>
    <dgm:cxn modelId="{05BF4187-B7E8-403C-87ED-D29EECC0C7FB}" srcId="{84FB2B83-62B9-4349-9C5A-83D0068C9C5F}" destId="{F2372932-1D55-4824-AEE3-014E826EDEAA}" srcOrd="0" destOrd="0" parTransId="{B2FF62C4-F2AF-4699-8134-5E9A73CE8A6C}" sibTransId="{F02DD588-A411-4B88-9143-04189AD01C01}"/>
    <dgm:cxn modelId="{7E7B3291-4314-464D-9009-6CF4AEF3FA24}" type="presOf" srcId="{DB7E2BB1-4409-423C-8F9B-28D6BC7BF813}" destId="{3E3D96ED-FF90-4608-8A93-F39342BFE858}" srcOrd="0" destOrd="0" presId="urn:microsoft.com/office/officeart/2018/5/layout/CenteredIconLabelDescriptionList"/>
    <dgm:cxn modelId="{44DBE4B1-8CE1-45B1-93DA-4AA216654C52}" srcId="{F2372932-1D55-4824-AEE3-014E826EDEAA}" destId="{E6E17061-D02A-4017-9A4E-88D9B9A7EF30}" srcOrd="0" destOrd="0" parTransId="{40599DF1-EF2F-4A9B-8EC7-B6E491DD71E8}" sibTransId="{9C263510-F39C-4D9C-8799-9A7BBA20D65C}"/>
    <dgm:cxn modelId="{E104D1BB-7297-4592-A64B-A0781BEAA231}" srcId="{2955B2FF-F4CA-4E03-A95F-B5FBCAA5F049}" destId="{6D9CDB96-CC19-408E-BE9F-A9B169CD1DBB}" srcOrd="0" destOrd="0" parTransId="{F567088A-5B13-4CD0-9DB4-B283BAA96381}" sibTransId="{AAA10372-1424-4F07-804F-D4CC17347C03}"/>
    <dgm:cxn modelId="{33E524CB-E8C6-4A12-90BF-0DFFEADB8AD2}" type="presOf" srcId="{E3850227-E096-4634-A647-865E634A50FC}" destId="{8E345DDA-0463-4DCC-9E87-03573C7367D1}" srcOrd="0" destOrd="1" presId="urn:microsoft.com/office/officeart/2018/5/layout/CenteredIconLabelDescriptionList"/>
    <dgm:cxn modelId="{554F18D8-848A-4D13-93D1-5C12A4A112A0}" srcId="{2955B2FF-F4CA-4E03-A95F-B5FBCAA5F049}" destId="{6C07CF3A-A167-4E97-AB29-9C9DC87E40EC}" srcOrd="1" destOrd="0" parTransId="{D74562AB-C701-4725-AE88-4C1FB6942970}" sibTransId="{47B9FE7E-C656-4B93-ACD3-E98EB9CDDC47}"/>
    <dgm:cxn modelId="{F9C838DF-D803-4F7E-BFE7-8D01B81F7D9A}" type="presOf" srcId="{C2418462-C0FD-48C4-9486-96F3690979DA}" destId="{B5D57432-3022-45D6-BB6B-2D1AF238327B}" srcOrd="0" destOrd="0" presId="urn:microsoft.com/office/officeart/2018/5/layout/CenteredIconLabelDescriptionList"/>
    <dgm:cxn modelId="{BCDE47E4-3FFB-4D9E-8774-D7ECDE115232}" type="presOf" srcId="{3304CB5A-3EF2-4B92-A2F4-7CB7223F21F6}" destId="{3E3D96ED-FF90-4608-8A93-F39342BFE858}" srcOrd="0" destOrd="1" presId="urn:microsoft.com/office/officeart/2018/5/layout/CenteredIconLabelDescriptionList"/>
    <dgm:cxn modelId="{8A6EFEE8-A889-4D86-8ADB-B0BE251CEDA7}" type="presOf" srcId="{84FB2B83-62B9-4349-9C5A-83D0068C9C5F}" destId="{08AB8F1F-E5F3-4C14-8A83-B23DC5A4FB22}" srcOrd="0" destOrd="0" presId="urn:microsoft.com/office/officeart/2018/5/layout/CenteredIconLabelDescriptionList"/>
    <dgm:cxn modelId="{45F185EF-087D-4FFE-9CFE-07E5F7C9D58F}" type="presOf" srcId="{6D9CDB96-CC19-408E-BE9F-A9B169CD1DBB}" destId="{86E8C6DB-E39A-4F67-B7B1-AB08F486586C}" srcOrd="0" destOrd="0" presId="urn:microsoft.com/office/officeart/2018/5/layout/CenteredIconLabelDescriptionList"/>
    <dgm:cxn modelId="{78748FF7-765F-4B7F-8F3B-EA03B2E9CF49}" srcId="{84FB2B83-62B9-4349-9C5A-83D0068C9C5F}" destId="{2A319CE7-FA12-4BD3-999F-7A0AF24A8DF8}" srcOrd="1" destOrd="0" parTransId="{8F03642C-5D3A-48A2-99E7-5EBC9A966577}" sibTransId="{6F10DAAD-8160-4AC0-A630-DDC720812191}"/>
    <dgm:cxn modelId="{3CD83BF8-D735-4FBF-87C4-8651B307B078}" srcId="{2A319CE7-FA12-4BD3-999F-7A0AF24A8DF8}" destId="{C1AFD863-5725-46D5-9DBB-D3273E4C47C7}" srcOrd="0" destOrd="0" parTransId="{E6B82CAC-10CA-4356-962F-25E7CC35C974}" sibTransId="{0A304BB2-694A-47CB-B384-621BA3D790B7}"/>
    <dgm:cxn modelId="{B57AC1FC-96D9-444C-8442-E1A9D51F3EFC}" srcId="{84FB2B83-62B9-4349-9C5A-83D0068C9C5F}" destId="{C2418462-C0FD-48C4-9486-96F3690979DA}" srcOrd="2" destOrd="0" parTransId="{6CE7B59B-FCEF-4E7A-9905-41748971047D}" sibTransId="{2358B0CE-4354-4D93-815E-FAADCB4BBFFB}"/>
    <dgm:cxn modelId="{0F72B9FE-ECB5-48E0-A3AA-977D5CFC5A88}" srcId="{C2418462-C0FD-48C4-9486-96F3690979DA}" destId="{3304CB5A-3EF2-4B92-A2F4-7CB7223F21F6}" srcOrd="1" destOrd="0" parTransId="{8A9D0A4D-1D5C-4E39-84D4-AE5F99560E8E}" sibTransId="{25E2D9AD-8D69-4B27-9FBD-95ACD4FA35B0}"/>
    <dgm:cxn modelId="{8E8594B8-669A-4A28-BC5D-64E6DE41FE5E}" type="presParOf" srcId="{08AB8F1F-E5F3-4C14-8A83-B23DC5A4FB22}" destId="{A06D0847-A1A4-4CE4-8E27-F11FA1653299}" srcOrd="0" destOrd="0" presId="urn:microsoft.com/office/officeart/2018/5/layout/CenteredIconLabelDescriptionList"/>
    <dgm:cxn modelId="{B5A52D2A-A6FD-4E63-A459-BE5027CB8B9E}" type="presParOf" srcId="{A06D0847-A1A4-4CE4-8E27-F11FA1653299}" destId="{7C29F2F8-1715-4365-8E68-85111BCCA714}" srcOrd="0" destOrd="0" presId="urn:microsoft.com/office/officeart/2018/5/layout/CenteredIconLabelDescriptionList"/>
    <dgm:cxn modelId="{A04C1A82-EF9B-4943-8D77-0980978E2A2D}" type="presParOf" srcId="{A06D0847-A1A4-4CE4-8E27-F11FA1653299}" destId="{3936032D-8B0C-4D33-892A-FF2EF983ABE8}" srcOrd="1" destOrd="0" presId="urn:microsoft.com/office/officeart/2018/5/layout/CenteredIconLabelDescriptionList"/>
    <dgm:cxn modelId="{AA949CE0-A548-45AA-9206-72BDB70D53B1}" type="presParOf" srcId="{A06D0847-A1A4-4CE4-8E27-F11FA1653299}" destId="{3F7E2D4B-B11F-46BB-83E0-192FC9F07896}" srcOrd="2" destOrd="0" presId="urn:microsoft.com/office/officeart/2018/5/layout/CenteredIconLabelDescriptionList"/>
    <dgm:cxn modelId="{C57AFCFA-1CD7-4051-B6FF-96C4446A026D}" type="presParOf" srcId="{A06D0847-A1A4-4CE4-8E27-F11FA1653299}" destId="{346B280A-46BD-4AEC-B96A-1116578DAD7B}" srcOrd="3" destOrd="0" presId="urn:microsoft.com/office/officeart/2018/5/layout/CenteredIconLabelDescriptionList"/>
    <dgm:cxn modelId="{F9EFC25D-E094-4D2D-BD6B-BA89F46E2C17}" type="presParOf" srcId="{A06D0847-A1A4-4CE4-8E27-F11FA1653299}" destId="{8E345DDA-0463-4DCC-9E87-03573C7367D1}" srcOrd="4" destOrd="0" presId="urn:microsoft.com/office/officeart/2018/5/layout/CenteredIconLabelDescriptionList"/>
    <dgm:cxn modelId="{4828B782-0824-4319-B13A-30F90836433A}" type="presParOf" srcId="{08AB8F1F-E5F3-4C14-8A83-B23DC5A4FB22}" destId="{87C1C021-AE9E-4E97-A0B0-CC9AE3AB7603}" srcOrd="1" destOrd="0" presId="urn:microsoft.com/office/officeart/2018/5/layout/CenteredIconLabelDescriptionList"/>
    <dgm:cxn modelId="{31388640-BD4C-4783-B999-C72C3D268DA8}" type="presParOf" srcId="{08AB8F1F-E5F3-4C14-8A83-B23DC5A4FB22}" destId="{4D920C5C-8022-49D0-B872-9B12AE2F8178}" srcOrd="2" destOrd="0" presId="urn:microsoft.com/office/officeart/2018/5/layout/CenteredIconLabelDescriptionList"/>
    <dgm:cxn modelId="{8D5287DB-B323-44FE-823C-C9330191413D}" type="presParOf" srcId="{4D920C5C-8022-49D0-B872-9B12AE2F8178}" destId="{62F24D4F-6EB4-4803-8E86-A6924F45647F}" srcOrd="0" destOrd="0" presId="urn:microsoft.com/office/officeart/2018/5/layout/CenteredIconLabelDescriptionList"/>
    <dgm:cxn modelId="{E7EB10F5-126A-4919-B695-523879C90C1D}" type="presParOf" srcId="{4D920C5C-8022-49D0-B872-9B12AE2F8178}" destId="{129A359C-49EE-4517-B750-8F9074087289}" srcOrd="1" destOrd="0" presId="urn:microsoft.com/office/officeart/2018/5/layout/CenteredIconLabelDescriptionList"/>
    <dgm:cxn modelId="{EE41F155-8B1B-4F4C-9B45-8649FCBD374F}" type="presParOf" srcId="{4D920C5C-8022-49D0-B872-9B12AE2F8178}" destId="{753E376B-206F-4D00-A196-F0DDA8E4AD32}" srcOrd="2" destOrd="0" presId="urn:microsoft.com/office/officeart/2018/5/layout/CenteredIconLabelDescriptionList"/>
    <dgm:cxn modelId="{AE96C37B-A058-4B92-9540-FBD877559162}" type="presParOf" srcId="{4D920C5C-8022-49D0-B872-9B12AE2F8178}" destId="{C8F42300-A176-452F-848A-B521893FA8FB}" srcOrd="3" destOrd="0" presId="urn:microsoft.com/office/officeart/2018/5/layout/CenteredIconLabelDescriptionList"/>
    <dgm:cxn modelId="{2AA73FCA-D2A1-4C8D-8CEC-77AA0B728151}" type="presParOf" srcId="{4D920C5C-8022-49D0-B872-9B12AE2F8178}" destId="{A5D0C868-1754-44F6-9A51-F86AD3B8303C}" srcOrd="4" destOrd="0" presId="urn:microsoft.com/office/officeart/2018/5/layout/CenteredIconLabelDescriptionList"/>
    <dgm:cxn modelId="{DA653E64-0C67-4EBF-9D64-7119984B9455}" type="presParOf" srcId="{08AB8F1F-E5F3-4C14-8A83-B23DC5A4FB22}" destId="{C41D9FC4-FCE8-47F5-B8CB-A8362DC8354D}" srcOrd="3" destOrd="0" presId="urn:microsoft.com/office/officeart/2018/5/layout/CenteredIconLabelDescriptionList"/>
    <dgm:cxn modelId="{BDFA2AAA-C060-4034-A353-C625FDE701A3}" type="presParOf" srcId="{08AB8F1F-E5F3-4C14-8A83-B23DC5A4FB22}" destId="{FF33874C-55D6-446B-A5A6-D5C2960DA340}" srcOrd="4" destOrd="0" presId="urn:microsoft.com/office/officeart/2018/5/layout/CenteredIconLabelDescriptionList"/>
    <dgm:cxn modelId="{85B859B5-431A-40D1-9AFE-0328ABF08DED}" type="presParOf" srcId="{FF33874C-55D6-446B-A5A6-D5C2960DA340}" destId="{4EA776DD-5C7D-4DF5-BC0A-3367F97B04EE}" srcOrd="0" destOrd="0" presId="urn:microsoft.com/office/officeart/2018/5/layout/CenteredIconLabelDescriptionList"/>
    <dgm:cxn modelId="{743ADA27-5360-4536-84CD-180585CAFBA2}" type="presParOf" srcId="{FF33874C-55D6-446B-A5A6-D5C2960DA340}" destId="{42E05879-76E2-4B89-84E1-AF6CF4F0A0DA}" srcOrd="1" destOrd="0" presId="urn:microsoft.com/office/officeart/2018/5/layout/CenteredIconLabelDescriptionList"/>
    <dgm:cxn modelId="{E44D8E40-9DEB-4AC6-8C33-DD11732BC120}" type="presParOf" srcId="{FF33874C-55D6-446B-A5A6-D5C2960DA340}" destId="{B5D57432-3022-45D6-BB6B-2D1AF238327B}" srcOrd="2" destOrd="0" presId="urn:microsoft.com/office/officeart/2018/5/layout/CenteredIconLabelDescriptionList"/>
    <dgm:cxn modelId="{8EC3EBC2-BAA1-4C17-8195-E8D275FF0876}" type="presParOf" srcId="{FF33874C-55D6-446B-A5A6-D5C2960DA340}" destId="{9624F26E-C449-4E6F-BCEC-D6724034CC71}" srcOrd="3" destOrd="0" presId="urn:microsoft.com/office/officeart/2018/5/layout/CenteredIconLabelDescriptionList"/>
    <dgm:cxn modelId="{C619C848-A02A-43DB-90CD-A2217CB702F4}" type="presParOf" srcId="{FF33874C-55D6-446B-A5A6-D5C2960DA340}" destId="{3E3D96ED-FF90-4608-8A93-F39342BFE858}" srcOrd="4" destOrd="0" presId="urn:microsoft.com/office/officeart/2018/5/layout/CenteredIconLabelDescriptionList"/>
    <dgm:cxn modelId="{9F15B804-42FF-493B-8943-B634038BDAC1}" type="presParOf" srcId="{08AB8F1F-E5F3-4C14-8A83-B23DC5A4FB22}" destId="{B9F54307-03BE-4EBD-A6C5-9C521447CE4F}" srcOrd="5" destOrd="0" presId="urn:microsoft.com/office/officeart/2018/5/layout/CenteredIconLabelDescriptionList"/>
    <dgm:cxn modelId="{C5A04A8E-D601-437B-B642-939065986576}" type="presParOf" srcId="{08AB8F1F-E5F3-4C14-8A83-B23DC5A4FB22}" destId="{DF6CC824-C98C-4379-8224-A849D727B5E3}" srcOrd="6" destOrd="0" presId="urn:microsoft.com/office/officeart/2018/5/layout/CenteredIconLabelDescriptionList"/>
    <dgm:cxn modelId="{5EBD4EAE-C751-40A3-9E29-AD02C4EB39EC}" type="presParOf" srcId="{DF6CC824-C98C-4379-8224-A849D727B5E3}" destId="{949CFFD8-ACAC-4C67-B2E6-45CBF6BD317C}" srcOrd="0" destOrd="0" presId="urn:microsoft.com/office/officeart/2018/5/layout/CenteredIconLabelDescriptionList"/>
    <dgm:cxn modelId="{9646DE93-6A5F-407B-8616-A248CDDDAB48}" type="presParOf" srcId="{DF6CC824-C98C-4379-8224-A849D727B5E3}" destId="{899C1B89-2A8C-4B22-AD41-8640D6CE64BA}" srcOrd="1" destOrd="0" presId="urn:microsoft.com/office/officeart/2018/5/layout/CenteredIconLabelDescriptionList"/>
    <dgm:cxn modelId="{F41421D0-4B44-4F5E-9B0A-618153EF0FFC}" type="presParOf" srcId="{DF6CC824-C98C-4379-8224-A849D727B5E3}" destId="{1F604AC7-A1E5-4141-8732-28EE8ADCDB1A}" srcOrd="2" destOrd="0" presId="urn:microsoft.com/office/officeart/2018/5/layout/CenteredIconLabelDescriptionList"/>
    <dgm:cxn modelId="{6612887E-DBE5-492D-AA27-B744A738079D}" type="presParOf" srcId="{DF6CC824-C98C-4379-8224-A849D727B5E3}" destId="{55234B9E-3069-445B-A958-73B6D24DD215}" srcOrd="3" destOrd="0" presId="urn:microsoft.com/office/officeart/2018/5/layout/CenteredIconLabelDescriptionList"/>
    <dgm:cxn modelId="{EBB21359-CCCD-4523-BEC8-41751FE62607}" type="presParOf" srcId="{DF6CC824-C98C-4379-8224-A849D727B5E3}" destId="{86E8C6DB-E39A-4F67-B7B1-AB08F486586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B3BBF51-91BD-4817-A089-773342BD2C5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7219327-A2B1-4E9D-B908-AECD58A4DE88}">
      <dgm:prSet/>
      <dgm:spPr/>
      <dgm:t>
        <a:bodyPr/>
        <a:lstStyle/>
        <a:p>
          <a:pPr>
            <a:defRPr b="1"/>
          </a:pPr>
          <a:r>
            <a:rPr lang="en-GB"/>
            <a:t>Employee (abstract)</a:t>
          </a:r>
          <a:endParaRPr lang="en-US"/>
        </a:p>
      </dgm:t>
    </dgm:pt>
    <dgm:pt modelId="{09E93BAF-CC0C-4373-A4DA-0AA12F7F518D}" type="parTrans" cxnId="{5DDEF199-8047-478D-989F-8C5F6B747F14}">
      <dgm:prSet/>
      <dgm:spPr/>
      <dgm:t>
        <a:bodyPr/>
        <a:lstStyle/>
        <a:p>
          <a:endParaRPr lang="en-US"/>
        </a:p>
      </dgm:t>
    </dgm:pt>
    <dgm:pt modelId="{DB00A926-138C-471B-8DF6-220FFFA0A6E2}" type="sibTrans" cxnId="{5DDEF199-8047-478D-989F-8C5F6B747F14}">
      <dgm:prSet/>
      <dgm:spPr/>
      <dgm:t>
        <a:bodyPr/>
        <a:lstStyle/>
        <a:p>
          <a:endParaRPr lang="en-US"/>
        </a:p>
      </dgm:t>
    </dgm:pt>
    <dgm:pt modelId="{453CE5F6-969E-45C3-8663-2BA54B44B8B8}">
      <dgm:prSet/>
      <dgm:spPr/>
      <dgm:t>
        <a:bodyPr/>
        <a:lstStyle/>
        <a:p>
          <a:r>
            <a:rPr lang="en-GB"/>
            <a:t>HourlyEmployee</a:t>
          </a:r>
          <a:endParaRPr lang="en-US"/>
        </a:p>
      </dgm:t>
    </dgm:pt>
    <dgm:pt modelId="{12CAA0A9-C438-4FCE-B732-39E7338A8BC3}" type="parTrans" cxnId="{E866AC6B-F0CE-47EF-83AA-F1535C875540}">
      <dgm:prSet/>
      <dgm:spPr/>
      <dgm:t>
        <a:bodyPr/>
        <a:lstStyle/>
        <a:p>
          <a:endParaRPr lang="en-US"/>
        </a:p>
      </dgm:t>
    </dgm:pt>
    <dgm:pt modelId="{BFFB0BD4-8F6E-40B7-8445-384D585E0B9B}" type="sibTrans" cxnId="{E866AC6B-F0CE-47EF-83AA-F1535C875540}">
      <dgm:prSet/>
      <dgm:spPr/>
      <dgm:t>
        <a:bodyPr/>
        <a:lstStyle/>
        <a:p>
          <a:endParaRPr lang="en-US"/>
        </a:p>
      </dgm:t>
    </dgm:pt>
    <dgm:pt modelId="{56EC1C63-4D2D-4ADD-8CA8-5B6D5AECC64E}">
      <dgm:prSet/>
      <dgm:spPr/>
      <dgm:t>
        <a:bodyPr/>
        <a:lstStyle/>
        <a:p>
          <a:r>
            <a:rPr lang="en-GB"/>
            <a:t>SalariedEmployee</a:t>
          </a:r>
          <a:endParaRPr lang="en-US"/>
        </a:p>
      </dgm:t>
    </dgm:pt>
    <dgm:pt modelId="{A1AB18DD-957E-47CD-B6C3-F1760E0ED027}" type="parTrans" cxnId="{8F1C847B-D3A6-4821-84E6-C8D691937D69}">
      <dgm:prSet/>
      <dgm:spPr/>
      <dgm:t>
        <a:bodyPr/>
        <a:lstStyle/>
        <a:p>
          <a:endParaRPr lang="en-US"/>
        </a:p>
      </dgm:t>
    </dgm:pt>
    <dgm:pt modelId="{8AB90A28-1AD8-4C76-BDEA-67F0A38C8FC4}" type="sibTrans" cxnId="{8F1C847B-D3A6-4821-84E6-C8D691937D69}">
      <dgm:prSet/>
      <dgm:spPr/>
      <dgm:t>
        <a:bodyPr/>
        <a:lstStyle/>
        <a:p>
          <a:endParaRPr lang="en-US"/>
        </a:p>
      </dgm:t>
    </dgm:pt>
    <dgm:pt modelId="{25ECE764-C5B4-4667-8B56-1FEFE69DBC98}">
      <dgm:prSet/>
      <dgm:spPr/>
      <dgm:t>
        <a:bodyPr/>
        <a:lstStyle/>
        <a:p>
          <a:pPr>
            <a:defRPr b="1"/>
          </a:pPr>
          <a:r>
            <a:rPr lang="en-GB"/>
            <a:t>EmployeeFactory</a:t>
          </a:r>
          <a:endParaRPr lang="en-US"/>
        </a:p>
      </dgm:t>
    </dgm:pt>
    <dgm:pt modelId="{B88FC9FC-3581-4B7C-94BC-8D2E0D013437}" type="parTrans" cxnId="{B6184C4E-72DB-453F-BE4A-419E531C0FA7}">
      <dgm:prSet/>
      <dgm:spPr/>
      <dgm:t>
        <a:bodyPr/>
        <a:lstStyle/>
        <a:p>
          <a:endParaRPr lang="en-US"/>
        </a:p>
      </dgm:t>
    </dgm:pt>
    <dgm:pt modelId="{5C37A422-0305-464F-A77E-5F4B5F37FC9D}" type="sibTrans" cxnId="{B6184C4E-72DB-453F-BE4A-419E531C0FA7}">
      <dgm:prSet/>
      <dgm:spPr/>
      <dgm:t>
        <a:bodyPr/>
        <a:lstStyle/>
        <a:p>
          <a:endParaRPr lang="en-US"/>
        </a:p>
      </dgm:t>
    </dgm:pt>
    <dgm:pt modelId="{321EB432-1007-4214-9733-1E5B1CAE97EC}">
      <dgm:prSet/>
      <dgm:spPr/>
      <dgm:t>
        <a:bodyPr/>
        <a:lstStyle/>
        <a:p>
          <a:r>
            <a:rPr lang="en-GB"/>
            <a:t>Creates hourly or salaried employees</a:t>
          </a:r>
          <a:endParaRPr lang="en-US"/>
        </a:p>
      </dgm:t>
    </dgm:pt>
    <dgm:pt modelId="{8F01C24F-DDA7-47BF-A93E-2072A04698C3}" type="parTrans" cxnId="{2AAB7E1E-17EB-45F5-9C4D-317EA76A462D}">
      <dgm:prSet/>
      <dgm:spPr/>
      <dgm:t>
        <a:bodyPr/>
        <a:lstStyle/>
        <a:p>
          <a:endParaRPr lang="en-US"/>
        </a:p>
      </dgm:t>
    </dgm:pt>
    <dgm:pt modelId="{832E5B31-DC85-4321-8B7E-7B1FE8F937CB}" type="sibTrans" cxnId="{2AAB7E1E-17EB-45F5-9C4D-317EA76A462D}">
      <dgm:prSet/>
      <dgm:spPr/>
      <dgm:t>
        <a:bodyPr/>
        <a:lstStyle/>
        <a:p>
          <a:endParaRPr lang="en-US"/>
        </a:p>
      </dgm:t>
    </dgm:pt>
    <dgm:pt modelId="{E63BB632-A5ED-4BE1-A1AA-68B4EDA29DD5}">
      <dgm:prSet/>
      <dgm:spPr/>
      <dgm:t>
        <a:bodyPr/>
        <a:lstStyle/>
        <a:p>
          <a:pPr>
            <a:defRPr b="1"/>
          </a:pPr>
          <a:r>
            <a:rPr lang="en-GB"/>
            <a:t>EmployeeManager (singleton)</a:t>
          </a:r>
          <a:endParaRPr lang="en-US"/>
        </a:p>
      </dgm:t>
    </dgm:pt>
    <dgm:pt modelId="{8D6B83CE-FDF4-4824-999E-B040F3C07C6B}" type="parTrans" cxnId="{269FB262-0B10-44A4-924C-FB3E6FC1300B}">
      <dgm:prSet/>
      <dgm:spPr/>
      <dgm:t>
        <a:bodyPr/>
        <a:lstStyle/>
        <a:p>
          <a:endParaRPr lang="en-US"/>
        </a:p>
      </dgm:t>
    </dgm:pt>
    <dgm:pt modelId="{3CD033DE-5427-45EA-B981-EBD329241EF8}" type="sibTrans" cxnId="{269FB262-0B10-44A4-924C-FB3E6FC1300B}">
      <dgm:prSet/>
      <dgm:spPr/>
      <dgm:t>
        <a:bodyPr/>
        <a:lstStyle/>
        <a:p>
          <a:endParaRPr lang="en-US"/>
        </a:p>
      </dgm:t>
    </dgm:pt>
    <dgm:pt modelId="{D9B48142-403F-49E1-A4D5-660309895616}">
      <dgm:prSet/>
      <dgm:spPr/>
      <dgm:t>
        <a:bodyPr/>
        <a:lstStyle/>
        <a:p>
          <a:r>
            <a:rPr lang="en-GB"/>
            <a:t>Manages Employee*</a:t>
          </a:r>
          <a:endParaRPr lang="en-US"/>
        </a:p>
      </dgm:t>
    </dgm:pt>
    <dgm:pt modelId="{3329CD93-1F1B-4993-BE94-897E37B21CDB}" type="parTrans" cxnId="{09905921-C9E8-4D40-9043-876765691498}">
      <dgm:prSet/>
      <dgm:spPr/>
      <dgm:t>
        <a:bodyPr/>
        <a:lstStyle/>
        <a:p>
          <a:endParaRPr lang="en-US"/>
        </a:p>
      </dgm:t>
    </dgm:pt>
    <dgm:pt modelId="{F696AED8-86AF-49D7-A0BE-E78206D4C184}" type="sibTrans" cxnId="{09905921-C9E8-4D40-9043-876765691498}">
      <dgm:prSet/>
      <dgm:spPr/>
      <dgm:t>
        <a:bodyPr/>
        <a:lstStyle/>
        <a:p>
          <a:endParaRPr lang="en-US"/>
        </a:p>
      </dgm:t>
    </dgm:pt>
    <dgm:pt modelId="{6A4ADAF0-5049-412E-80AF-B85D0D6281AE}">
      <dgm:prSet/>
      <dgm:spPr/>
      <dgm:t>
        <a:bodyPr/>
        <a:lstStyle/>
        <a:p>
          <a:r>
            <a:rPr lang="en-GB"/>
            <a:t>Handles CRUD</a:t>
          </a:r>
          <a:endParaRPr lang="en-US"/>
        </a:p>
      </dgm:t>
    </dgm:pt>
    <dgm:pt modelId="{3C1E0E08-6EA2-4D01-97BB-8650588D6097}" type="parTrans" cxnId="{6C08CE67-83C7-4E3F-BDD5-79CB3342653E}">
      <dgm:prSet/>
      <dgm:spPr/>
      <dgm:t>
        <a:bodyPr/>
        <a:lstStyle/>
        <a:p>
          <a:endParaRPr lang="en-US"/>
        </a:p>
      </dgm:t>
    </dgm:pt>
    <dgm:pt modelId="{2FAD3512-89AE-4F25-8D5C-17B2A15B089C}" type="sibTrans" cxnId="{6C08CE67-83C7-4E3F-BDD5-79CB3342653E}">
      <dgm:prSet/>
      <dgm:spPr/>
      <dgm:t>
        <a:bodyPr/>
        <a:lstStyle/>
        <a:p>
          <a:endParaRPr lang="en-US"/>
        </a:p>
      </dgm:t>
    </dgm:pt>
    <dgm:pt modelId="{521D025D-B58C-4596-B7CC-A617E5802465}">
      <dgm:prSet/>
      <dgm:spPr/>
      <dgm:t>
        <a:bodyPr/>
        <a:lstStyle/>
        <a:p>
          <a:pPr>
            <a:defRPr b="1"/>
          </a:pPr>
          <a:r>
            <a:rPr lang="en-GB"/>
            <a:t>CsvDataSource (adapter)</a:t>
          </a:r>
          <a:endParaRPr lang="en-US"/>
        </a:p>
      </dgm:t>
    </dgm:pt>
    <dgm:pt modelId="{91D178AF-DFFD-477F-8C8B-EDEBBBA3EEDF}" type="parTrans" cxnId="{D6FC12BA-3B26-40BF-BD8A-638FA010AE91}">
      <dgm:prSet/>
      <dgm:spPr/>
      <dgm:t>
        <a:bodyPr/>
        <a:lstStyle/>
        <a:p>
          <a:endParaRPr lang="en-US"/>
        </a:p>
      </dgm:t>
    </dgm:pt>
    <dgm:pt modelId="{E7DE28ED-6114-4255-A4BE-70DC2B70A8E8}" type="sibTrans" cxnId="{D6FC12BA-3B26-40BF-BD8A-638FA010AE91}">
      <dgm:prSet/>
      <dgm:spPr/>
      <dgm:t>
        <a:bodyPr/>
        <a:lstStyle/>
        <a:p>
          <a:endParaRPr lang="en-US"/>
        </a:p>
      </dgm:t>
    </dgm:pt>
    <dgm:pt modelId="{A49717E6-378E-446F-B3DA-3A1EC572CC1D}">
      <dgm:prSet/>
      <dgm:spPr/>
      <dgm:t>
        <a:bodyPr/>
        <a:lstStyle/>
        <a:p>
          <a:r>
            <a:rPr lang="en-GB"/>
            <a:t>LoadEmployees()</a:t>
          </a:r>
          <a:endParaRPr lang="en-US"/>
        </a:p>
      </dgm:t>
    </dgm:pt>
    <dgm:pt modelId="{3D15576A-66B4-4507-B956-3C39A75D73E0}" type="parTrans" cxnId="{CEC14049-BD70-4D9B-A71E-D4DF2E463D50}">
      <dgm:prSet/>
      <dgm:spPr/>
      <dgm:t>
        <a:bodyPr/>
        <a:lstStyle/>
        <a:p>
          <a:endParaRPr lang="en-US"/>
        </a:p>
      </dgm:t>
    </dgm:pt>
    <dgm:pt modelId="{EDF89071-1034-4562-9FA4-9A7C1AE8D87B}" type="sibTrans" cxnId="{CEC14049-BD70-4D9B-A71E-D4DF2E463D50}">
      <dgm:prSet/>
      <dgm:spPr/>
      <dgm:t>
        <a:bodyPr/>
        <a:lstStyle/>
        <a:p>
          <a:endParaRPr lang="en-US"/>
        </a:p>
      </dgm:t>
    </dgm:pt>
    <dgm:pt modelId="{20F3FED0-503B-4AB0-A708-3F55F3A54346}">
      <dgm:prSet/>
      <dgm:spPr/>
      <dgm:t>
        <a:bodyPr/>
        <a:lstStyle/>
        <a:p>
          <a:r>
            <a:rPr lang="en-GB"/>
            <a:t>SaveEmployees()</a:t>
          </a:r>
          <a:endParaRPr lang="en-US"/>
        </a:p>
      </dgm:t>
    </dgm:pt>
    <dgm:pt modelId="{B5D6E001-63AE-4147-923E-CE528D735BBD}" type="parTrans" cxnId="{2D70AB26-5730-4B3F-8D44-74A1276DF904}">
      <dgm:prSet/>
      <dgm:spPr/>
      <dgm:t>
        <a:bodyPr/>
        <a:lstStyle/>
        <a:p>
          <a:endParaRPr lang="en-US"/>
        </a:p>
      </dgm:t>
    </dgm:pt>
    <dgm:pt modelId="{27BEB835-6B9A-4B8D-AB72-AC943E073E48}" type="sibTrans" cxnId="{2D70AB26-5730-4B3F-8D44-74A1276DF904}">
      <dgm:prSet/>
      <dgm:spPr/>
      <dgm:t>
        <a:bodyPr/>
        <a:lstStyle/>
        <a:p>
          <a:endParaRPr lang="en-US"/>
        </a:p>
      </dgm:t>
    </dgm:pt>
    <dgm:pt modelId="{B305B6A1-6A53-4801-B26E-56F85191FEB1}">
      <dgm:prSet/>
      <dgm:spPr/>
      <dgm:t>
        <a:bodyPr/>
        <a:lstStyle/>
        <a:p>
          <a:pPr>
            <a:defRPr b="1"/>
          </a:pPr>
          <a:r>
            <a:rPr lang="en-GB"/>
            <a:t>PaymentSlip</a:t>
          </a:r>
          <a:endParaRPr lang="en-US"/>
        </a:p>
      </dgm:t>
    </dgm:pt>
    <dgm:pt modelId="{492137D7-5845-495D-AC5B-BE0F3D4426BE}" type="parTrans" cxnId="{FB301602-B251-4117-9D54-B7E36EECA98D}">
      <dgm:prSet/>
      <dgm:spPr/>
      <dgm:t>
        <a:bodyPr/>
        <a:lstStyle/>
        <a:p>
          <a:endParaRPr lang="en-US"/>
        </a:p>
      </dgm:t>
    </dgm:pt>
    <dgm:pt modelId="{EAE69B61-1E78-4BAF-98EA-3314B5A80C93}" type="sibTrans" cxnId="{FB301602-B251-4117-9D54-B7E36EECA98D}">
      <dgm:prSet/>
      <dgm:spPr/>
      <dgm:t>
        <a:bodyPr/>
        <a:lstStyle/>
        <a:p>
          <a:endParaRPr lang="en-US"/>
        </a:p>
      </dgm:t>
    </dgm:pt>
    <dgm:pt modelId="{47C373A5-945A-4BD0-8386-9FFFB9A6B397}">
      <dgm:prSet/>
      <dgm:spPr/>
      <dgm:t>
        <a:bodyPr/>
        <a:lstStyle/>
        <a:p>
          <a:r>
            <a:rPr lang="en-GB"/>
            <a:t>Uses operator overloading for adjustments</a:t>
          </a:r>
          <a:endParaRPr lang="en-US"/>
        </a:p>
      </dgm:t>
    </dgm:pt>
    <dgm:pt modelId="{45A0A6B3-428F-42BE-A139-377D296621EF}" type="parTrans" cxnId="{631BD126-0F4C-484B-BA7D-04BADE717B3D}">
      <dgm:prSet/>
      <dgm:spPr/>
      <dgm:t>
        <a:bodyPr/>
        <a:lstStyle/>
        <a:p>
          <a:endParaRPr lang="en-US"/>
        </a:p>
      </dgm:t>
    </dgm:pt>
    <dgm:pt modelId="{34CB1F32-ABC3-4D10-8C9B-9B6AF0592743}" type="sibTrans" cxnId="{631BD126-0F4C-484B-BA7D-04BADE717B3D}">
      <dgm:prSet/>
      <dgm:spPr/>
      <dgm:t>
        <a:bodyPr/>
        <a:lstStyle/>
        <a:p>
          <a:endParaRPr lang="en-US"/>
        </a:p>
      </dgm:t>
    </dgm:pt>
    <dgm:pt modelId="{33DDEFBD-404D-406C-9985-FB0FE3CF473A}" type="pres">
      <dgm:prSet presAssocID="{6B3BBF51-91BD-4817-A089-773342BD2C53}" presName="root" presStyleCnt="0">
        <dgm:presLayoutVars>
          <dgm:dir/>
          <dgm:resizeHandles val="exact"/>
        </dgm:presLayoutVars>
      </dgm:prSet>
      <dgm:spPr/>
    </dgm:pt>
    <dgm:pt modelId="{6475D581-DA2B-4D6C-95A5-B22BD3B5D58E}" type="pres">
      <dgm:prSet presAssocID="{C7219327-A2B1-4E9D-B908-AECD58A4DE88}" presName="compNode" presStyleCnt="0"/>
      <dgm:spPr/>
    </dgm:pt>
    <dgm:pt modelId="{760ADC75-1927-4B9F-842A-8DB22B8D4170}" type="pres">
      <dgm:prSet presAssocID="{C7219327-A2B1-4E9D-B908-AECD58A4DE8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5012CE67-3576-4F6E-8955-2F100507D1E2}" type="pres">
      <dgm:prSet presAssocID="{C7219327-A2B1-4E9D-B908-AECD58A4DE88}" presName="iconSpace" presStyleCnt="0"/>
      <dgm:spPr/>
    </dgm:pt>
    <dgm:pt modelId="{F86970E3-23D8-408F-ADE1-FEC09C70DEA3}" type="pres">
      <dgm:prSet presAssocID="{C7219327-A2B1-4E9D-B908-AECD58A4DE88}" presName="parTx" presStyleLbl="revTx" presStyleIdx="0" presStyleCnt="10">
        <dgm:presLayoutVars>
          <dgm:chMax val="0"/>
          <dgm:chPref val="0"/>
        </dgm:presLayoutVars>
      </dgm:prSet>
      <dgm:spPr/>
    </dgm:pt>
    <dgm:pt modelId="{0A6D4082-1EA0-428E-B0F6-3C4B2460132A}" type="pres">
      <dgm:prSet presAssocID="{C7219327-A2B1-4E9D-B908-AECD58A4DE88}" presName="txSpace" presStyleCnt="0"/>
      <dgm:spPr/>
    </dgm:pt>
    <dgm:pt modelId="{41EF845D-5ACD-46A8-80D1-7BAC0E253A95}" type="pres">
      <dgm:prSet presAssocID="{C7219327-A2B1-4E9D-B908-AECD58A4DE88}" presName="desTx" presStyleLbl="revTx" presStyleIdx="1" presStyleCnt="10">
        <dgm:presLayoutVars/>
      </dgm:prSet>
      <dgm:spPr/>
    </dgm:pt>
    <dgm:pt modelId="{544D7578-4DCA-4E6B-9DB7-647A3874BE46}" type="pres">
      <dgm:prSet presAssocID="{DB00A926-138C-471B-8DF6-220FFFA0A6E2}" presName="sibTrans" presStyleCnt="0"/>
      <dgm:spPr/>
    </dgm:pt>
    <dgm:pt modelId="{AB6D2E3C-1755-4938-8A11-01E542D7C777}" type="pres">
      <dgm:prSet presAssocID="{25ECE764-C5B4-4667-8B56-1FEFE69DBC98}" presName="compNode" presStyleCnt="0"/>
      <dgm:spPr/>
    </dgm:pt>
    <dgm:pt modelId="{D93FD49D-BA56-4B15-8BF0-CEFDCFA7A4CA}" type="pres">
      <dgm:prSet presAssocID="{25ECE764-C5B4-4667-8B56-1FEFE69DBC9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D5133F67-BEE9-4CE7-AF9B-0326E3DC1E8E}" type="pres">
      <dgm:prSet presAssocID="{25ECE764-C5B4-4667-8B56-1FEFE69DBC98}" presName="iconSpace" presStyleCnt="0"/>
      <dgm:spPr/>
    </dgm:pt>
    <dgm:pt modelId="{43729ED1-98D1-4235-AC83-5F4B7E92C838}" type="pres">
      <dgm:prSet presAssocID="{25ECE764-C5B4-4667-8B56-1FEFE69DBC98}" presName="parTx" presStyleLbl="revTx" presStyleIdx="2" presStyleCnt="10">
        <dgm:presLayoutVars>
          <dgm:chMax val="0"/>
          <dgm:chPref val="0"/>
        </dgm:presLayoutVars>
      </dgm:prSet>
      <dgm:spPr/>
    </dgm:pt>
    <dgm:pt modelId="{26212F20-E2D9-4951-8A4C-56823646423F}" type="pres">
      <dgm:prSet presAssocID="{25ECE764-C5B4-4667-8B56-1FEFE69DBC98}" presName="txSpace" presStyleCnt="0"/>
      <dgm:spPr/>
    </dgm:pt>
    <dgm:pt modelId="{FA5BB7E1-1C75-4344-8C2B-C282570E65AC}" type="pres">
      <dgm:prSet presAssocID="{25ECE764-C5B4-4667-8B56-1FEFE69DBC98}" presName="desTx" presStyleLbl="revTx" presStyleIdx="3" presStyleCnt="10">
        <dgm:presLayoutVars/>
      </dgm:prSet>
      <dgm:spPr/>
    </dgm:pt>
    <dgm:pt modelId="{88696389-D9FC-40E3-AE23-5C334779DEF9}" type="pres">
      <dgm:prSet presAssocID="{5C37A422-0305-464F-A77E-5F4B5F37FC9D}" presName="sibTrans" presStyleCnt="0"/>
      <dgm:spPr/>
    </dgm:pt>
    <dgm:pt modelId="{D6C0AEDF-42F9-4B99-A546-E63FE6B378E8}" type="pres">
      <dgm:prSet presAssocID="{E63BB632-A5ED-4BE1-A1AA-68B4EDA29DD5}" presName="compNode" presStyleCnt="0"/>
      <dgm:spPr/>
    </dgm:pt>
    <dgm:pt modelId="{C43B9338-18C3-4E64-8E91-2D485B2A308B}" type="pres">
      <dgm:prSet presAssocID="{E63BB632-A5ED-4BE1-A1AA-68B4EDA29DD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D9A8C9E-4D43-41FE-82D5-A7F9523789B3}" type="pres">
      <dgm:prSet presAssocID="{E63BB632-A5ED-4BE1-A1AA-68B4EDA29DD5}" presName="iconSpace" presStyleCnt="0"/>
      <dgm:spPr/>
    </dgm:pt>
    <dgm:pt modelId="{FA637098-444D-46FC-A06D-7AEAEAD659CA}" type="pres">
      <dgm:prSet presAssocID="{E63BB632-A5ED-4BE1-A1AA-68B4EDA29DD5}" presName="parTx" presStyleLbl="revTx" presStyleIdx="4" presStyleCnt="10">
        <dgm:presLayoutVars>
          <dgm:chMax val="0"/>
          <dgm:chPref val="0"/>
        </dgm:presLayoutVars>
      </dgm:prSet>
      <dgm:spPr/>
    </dgm:pt>
    <dgm:pt modelId="{998E8237-7F6B-4548-AFE8-027B813E346E}" type="pres">
      <dgm:prSet presAssocID="{E63BB632-A5ED-4BE1-A1AA-68B4EDA29DD5}" presName="txSpace" presStyleCnt="0"/>
      <dgm:spPr/>
    </dgm:pt>
    <dgm:pt modelId="{4DD18D6B-64E6-49C8-9D13-3C691C91E05E}" type="pres">
      <dgm:prSet presAssocID="{E63BB632-A5ED-4BE1-A1AA-68B4EDA29DD5}" presName="desTx" presStyleLbl="revTx" presStyleIdx="5" presStyleCnt="10">
        <dgm:presLayoutVars/>
      </dgm:prSet>
      <dgm:spPr/>
    </dgm:pt>
    <dgm:pt modelId="{5EC99DC7-EEA9-4F69-9773-DCAFB7DE7A9D}" type="pres">
      <dgm:prSet presAssocID="{3CD033DE-5427-45EA-B981-EBD329241EF8}" presName="sibTrans" presStyleCnt="0"/>
      <dgm:spPr/>
    </dgm:pt>
    <dgm:pt modelId="{53CA0CCF-5B23-4052-9EE5-4C0BA84F6E8C}" type="pres">
      <dgm:prSet presAssocID="{521D025D-B58C-4596-B7CC-A617E5802465}" presName="compNode" presStyleCnt="0"/>
      <dgm:spPr/>
    </dgm:pt>
    <dgm:pt modelId="{76A32497-FEEE-43F1-A4F5-CD8C921C77C1}" type="pres">
      <dgm:prSet presAssocID="{521D025D-B58C-4596-B7CC-A617E580246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DF891960-03B1-46E2-8782-C9E0B73D212A}" type="pres">
      <dgm:prSet presAssocID="{521D025D-B58C-4596-B7CC-A617E5802465}" presName="iconSpace" presStyleCnt="0"/>
      <dgm:spPr/>
    </dgm:pt>
    <dgm:pt modelId="{4400162F-C72D-49E7-B49D-34AE3C483CD8}" type="pres">
      <dgm:prSet presAssocID="{521D025D-B58C-4596-B7CC-A617E5802465}" presName="parTx" presStyleLbl="revTx" presStyleIdx="6" presStyleCnt="10">
        <dgm:presLayoutVars>
          <dgm:chMax val="0"/>
          <dgm:chPref val="0"/>
        </dgm:presLayoutVars>
      </dgm:prSet>
      <dgm:spPr/>
    </dgm:pt>
    <dgm:pt modelId="{801B1F8A-BF35-4B49-8893-661CA8BC409E}" type="pres">
      <dgm:prSet presAssocID="{521D025D-B58C-4596-B7CC-A617E5802465}" presName="txSpace" presStyleCnt="0"/>
      <dgm:spPr/>
    </dgm:pt>
    <dgm:pt modelId="{2380A351-39AE-41CC-8C9A-417CEA475C16}" type="pres">
      <dgm:prSet presAssocID="{521D025D-B58C-4596-B7CC-A617E5802465}" presName="desTx" presStyleLbl="revTx" presStyleIdx="7" presStyleCnt="10">
        <dgm:presLayoutVars/>
      </dgm:prSet>
      <dgm:spPr/>
    </dgm:pt>
    <dgm:pt modelId="{7DCA1EF0-3796-4CD6-BEEA-6A0DADE04DBD}" type="pres">
      <dgm:prSet presAssocID="{E7DE28ED-6114-4255-A4BE-70DC2B70A8E8}" presName="sibTrans" presStyleCnt="0"/>
      <dgm:spPr/>
    </dgm:pt>
    <dgm:pt modelId="{01E63636-020A-4449-857F-182B4CA15B6F}" type="pres">
      <dgm:prSet presAssocID="{B305B6A1-6A53-4801-B26E-56F85191FEB1}" presName="compNode" presStyleCnt="0"/>
      <dgm:spPr/>
    </dgm:pt>
    <dgm:pt modelId="{59A38630-7573-46AB-A883-2EA93A10D7F8}" type="pres">
      <dgm:prSet presAssocID="{B305B6A1-6A53-4801-B26E-56F85191FEB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BA5C50A6-CE06-48AC-87A9-587D1E6C730F}" type="pres">
      <dgm:prSet presAssocID="{B305B6A1-6A53-4801-B26E-56F85191FEB1}" presName="iconSpace" presStyleCnt="0"/>
      <dgm:spPr/>
    </dgm:pt>
    <dgm:pt modelId="{1FDC702B-17AE-4068-B52B-25E9F7984ED3}" type="pres">
      <dgm:prSet presAssocID="{B305B6A1-6A53-4801-B26E-56F85191FEB1}" presName="parTx" presStyleLbl="revTx" presStyleIdx="8" presStyleCnt="10">
        <dgm:presLayoutVars>
          <dgm:chMax val="0"/>
          <dgm:chPref val="0"/>
        </dgm:presLayoutVars>
      </dgm:prSet>
      <dgm:spPr/>
    </dgm:pt>
    <dgm:pt modelId="{9134E46C-8389-4CF3-9772-5F802FE027F1}" type="pres">
      <dgm:prSet presAssocID="{B305B6A1-6A53-4801-B26E-56F85191FEB1}" presName="txSpace" presStyleCnt="0"/>
      <dgm:spPr/>
    </dgm:pt>
    <dgm:pt modelId="{131DF72B-BC22-407D-9498-4BAD69C74E57}" type="pres">
      <dgm:prSet presAssocID="{B305B6A1-6A53-4801-B26E-56F85191FEB1}" presName="desTx" presStyleLbl="revTx" presStyleIdx="9" presStyleCnt="10">
        <dgm:presLayoutVars/>
      </dgm:prSet>
      <dgm:spPr/>
    </dgm:pt>
  </dgm:ptLst>
  <dgm:cxnLst>
    <dgm:cxn modelId="{FB301602-B251-4117-9D54-B7E36EECA98D}" srcId="{6B3BBF51-91BD-4817-A089-773342BD2C53}" destId="{B305B6A1-6A53-4801-B26E-56F85191FEB1}" srcOrd="4" destOrd="0" parTransId="{492137D7-5845-495D-AC5B-BE0F3D4426BE}" sibTransId="{EAE69B61-1E78-4BAF-98EA-3314B5A80C93}"/>
    <dgm:cxn modelId="{2208D113-F3C3-4541-82AE-2C6EAF9C04B1}" type="presOf" srcId="{E63BB632-A5ED-4BE1-A1AA-68B4EDA29DD5}" destId="{FA637098-444D-46FC-A06D-7AEAEAD659CA}" srcOrd="0" destOrd="0" presId="urn:microsoft.com/office/officeart/2018/5/layout/CenteredIconLabelDescriptionList"/>
    <dgm:cxn modelId="{77614017-A74F-40E9-B640-016E20B91DCD}" type="presOf" srcId="{47C373A5-945A-4BD0-8386-9FFFB9A6B397}" destId="{131DF72B-BC22-407D-9498-4BAD69C74E57}" srcOrd="0" destOrd="0" presId="urn:microsoft.com/office/officeart/2018/5/layout/CenteredIconLabelDescriptionList"/>
    <dgm:cxn modelId="{2AAB7E1E-17EB-45F5-9C4D-317EA76A462D}" srcId="{25ECE764-C5B4-4667-8B56-1FEFE69DBC98}" destId="{321EB432-1007-4214-9733-1E5B1CAE97EC}" srcOrd="0" destOrd="0" parTransId="{8F01C24F-DDA7-47BF-A93E-2072A04698C3}" sibTransId="{832E5B31-DC85-4321-8B7E-7B1FE8F937CB}"/>
    <dgm:cxn modelId="{09905921-C9E8-4D40-9043-876765691498}" srcId="{E63BB632-A5ED-4BE1-A1AA-68B4EDA29DD5}" destId="{D9B48142-403F-49E1-A4D5-660309895616}" srcOrd="0" destOrd="0" parTransId="{3329CD93-1F1B-4993-BE94-897E37B21CDB}" sibTransId="{F696AED8-86AF-49D7-A0BE-E78206D4C184}"/>
    <dgm:cxn modelId="{BC252024-2A29-408D-ACCC-97626DD748F1}" type="presOf" srcId="{6B3BBF51-91BD-4817-A089-773342BD2C53}" destId="{33DDEFBD-404D-406C-9985-FB0FE3CF473A}" srcOrd="0" destOrd="0" presId="urn:microsoft.com/office/officeart/2018/5/layout/CenteredIconLabelDescriptionList"/>
    <dgm:cxn modelId="{2D70AB26-5730-4B3F-8D44-74A1276DF904}" srcId="{521D025D-B58C-4596-B7CC-A617E5802465}" destId="{20F3FED0-503B-4AB0-A708-3F55F3A54346}" srcOrd="1" destOrd="0" parTransId="{B5D6E001-63AE-4147-923E-CE528D735BBD}" sibTransId="{27BEB835-6B9A-4B8D-AB72-AC943E073E48}"/>
    <dgm:cxn modelId="{631BD126-0F4C-484B-BA7D-04BADE717B3D}" srcId="{B305B6A1-6A53-4801-B26E-56F85191FEB1}" destId="{47C373A5-945A-4BD0-8386-9FFFB9A6B397}" srcOrd="0" destOrd="0" parTransId="{45A0A6B3-428F-42BE-A139-377D296621EF}" sibTransId="{34CB1F32-ABC3-4D10-8C9B-9B6AF0592743}"/>
    <dgm:cxn modelId="{3284AE2B-DB98-43DE-AE61-7211967527B1}" type="presOf" srcId="{321EB432-1007-4214-9733-1E5B1CAE97EC}" destId="{FA5BB7E1-1C75-4344-8C2B-C282570E65AC}" srcOrd="0" destOrd="0" presId="urn:microsoft.com/office/officeart/2018/5/layout/CenteredIconLabelDescriptionList"/>
    <dgm:cxn modelId="{D4F14E3D-7A06-45F9-8010-2BFAAC7BBE97}" type="presOf" srcId="{453CE5F6-969E-45C3-8663-2BA54B44B8B8}" destId="{41EF845D-5ACD-46A8-80D1-7BAC0E253A95}" srcOrd="0" destOrd="0" presId="urn:microsoft.com/office/officeart/2018/5/layout/CenteredIconLabelDescriptionList"/>
    <dgm:cxn modelId="{269FB262-0B10-44A4-924C-FB3E6FC1300B}" srcId="{6B3BBF51-91BD-4817-A089-773342BD2C53}" destId="{E63BB632-A5ED-4BE1-A1AA-68B4EDA29DD5}" srcOrd="2" destOrd="0" parTransId="{8D6B83CE-FDF4-4824-999E-B040F3C07C6B}" sibTransId="{3CD033DE-5427-45EA-B981-EBD329241EF8}"/>
    <dgm:cxn modelId="{6C08CE67-83C7-4E3F-BDD5-79CB3342653E}" srcId="{E63BB632-A5ED-4BE1-A1AA-68B4EDA29DD5}" destId="{6A4ADAF0-5049-412E-80AF-B85D0D6281AE}" srcOrd="1" destOrd="0" parTransId="{3C1E0E08-6EA2-4D01-97BB-8650588D6097}" sibTransId="{2FAD3512-89AE-4F25-8D5C-17B2A15B089C}"/>
    <dgm:cxn modelId="{CEC14049-BD70-4D9B-A71E-D4DF2E463D50}" srcId="{521D025D-B58C-4596-B7CC-A617E5802465}" destId="{A49717E6-378E-446F-B3DA-3A1EC572CC1D}" srcOrd="0" destOrd="0" parTransId="{3D15576A-66B4-4507-B956-3C39A75D73E0}" sibTransId="{EDF89071-1034-4562-9FA4-9A7C1AE8D87B}"/>
    <dgm:cxn modelId="{E866AC6B-F0CE-47EF-83AA-F1535C875540}" srcId="{C7219327-A2B1-4E9D-B908-AECD58A4DE88}" destId="{453CE5F6-969E-45C3-8663-2BA54B44B8B8}" srcOrd="0" destOrd="0" parTransId="{12CAA0A9-C438-4FCE-B732-39E7338A8BC3}" sibTransId="{BFFB0BD4-8F6E-40B7-8445-384D585E0B9B}"/>
    <dgm:cxn modelId="{5FB0804C-8B1B-4DE4-A513-0A1EDA10BEBE}" type="presOf" srcId="{25ECE764-C5B4-4667-8B56-1FEFE69DBC98}" destId="{43729ED1-98D1-4235-AC83-5F4B7E92C838}" srcOrd="0" destOrd="0" presId="urn:microsoft.com/office/officeart/2018/5/layout/CenteredIconLabelDescriptionList"/>
    <dgm:cxn modelId="{156D9E6D-7698-4327-8EAA-E29DE72295CE}" type="presOf" srcId="{A49717E6-378E-446F-B3DA-3A1EC572CC1D}" destId="{2380A351-39AE-41CC-8C9A-417CEA475C16}" srcOrd="0" destOrd="0" presId="urn:microsoft.com/office/officeart/2018/5/layout/CenteredIconLabelDescriptionList"/>
    <dgm:cxn modelId="{B6184C4E-72DB-453F-BE4A-419E531C0FA7}" srcId="{6B3BBF51-91BD-4817-A089-773342BD2C53}" destId="{25ECE764-C5B4-4667-8B56-1FEFE69DBC98}" srcOrd="1" destOrd="0" parTransId="{B88FC9FC-3581-4B7C-94BC-8D2E0D013437}" sibTransId="{5C37A422-0305-464F-A77E-5F4B5F37FC9D}"/>
    <dgm:cxn modelId="{1C7FCB6F-4673-4DC6-934C-930A89C52B4C}" type="presOf" srcId="{56EC1C63-4D2D-4ADD-8CA8-5B6D5AECC64E}" destId="{41EF845D-5ACD-46A8-80D1-7BAC0E253A95}" srcOrd="0" destOrd="1" presId="urn:microsoft.com/office/officeart/2018/5/layout/CenteredIconLabelDescriptionList"/>
    <dgm:cxn modelId="{48E55177-DAB9-4C9B-82A6-2EC30BBC674B}" type="presOf" srcId="{B305B6A1-6A53-4801-B26E-56F85191FEB1}" destId="{1FDC702B-17AE-4068-B52B-25E9F7984ED3}" srcOrd="0" destOrd="0" presId="urn:microsoft.com/office/officeart/2018/5/layout/CenteredIconLabelDescriptionList"/>
    <dgm:cxn modelId="{F901C958-13B8-4E52-9B19-F8566CDCB481}" type="presOf" srcId="{521D025D-B58C-4596-B7CC-A617E5802465}" destId="{4400162F-C72D-49E7-B49D-34AE3C483CD8}" srcOrd="0" destOrd="0" presId="urn:microsoft.com/office/officeart/2018/5/layout/CenteredIconLabelDescriptionList"/>
    <dgm:cxn modelId="{8F1C847B-D3A6-4821-84E6-C8D691937D69}" srcId="{C7219327-A2B1-4E9D-B908-AECD58A4DE88}" destId="{56EC1C63-4D2D-4ADD-8CA8-5B6D5AECC64E}" srcOrd="1" destOrd="0" parTransId="{A1AB18DD-957E-47CD-B6C3-F1760E0ED027}" sibTransId="{8AB90A28-1AD8-4C76-BDEA-67F0A38C8FC4}"/>
    <dgm:cxn modelId="{CC088E84-0699-407F-B2C5-C2C98B8FFC4A}" type="presOf" srcId="{D9B48142-403F-49E1-A4D5-660309895616}" destId="{4DD18D6B-64E6-49C8-9D13-3C691C91E05E}" srcOrd="0" destOrd="0" presId="urn:microsoft.com/office/officeart/2018/5/layout/CenteredIconLabelDescriptionList"/>
    <dgm:cxn modelId="{DBAFB58F-6695-48A5-805B-D1E70029B850}" type="presOf" srcId="{6A4ADAF0-5049-412E-80AF-B85D0D6281AE}" destId="{4DD18D6B-64E6-49C8-9D13-3C691C91E05E}" srcOrd="0" destOrd="1" presId="urn:microsoft.com/office/officeart/2018/5/layout/CenteredIconLabelDescriptionList"/>
    <dgm:cxn modelId="{37718193-7E10-45A3-BA19-E4CFBF4A6806}" type="presOf" srcId="{20F3FED0-503B-4AB0-A708-3F55F3A54346}" destId="{2380A351-39AE-41CC-8C9A-417CEA475C16}" srcOrd="0" destOrd="1" presId="urn:microsoft.com/office/officeart/2018/5/layout/CenteredIconLabelDescriptionList"/>
    <dgm:cxn modelId="{5DDEF199-8047-478D-989F-8C5F6B747F14}" srcId="{6B3BBF51-91BD-4817-A089-773342BD2C53}" destId="{C7219327-A2B1-4E9D-B908-AECD58A4DE88}" srcOrd="0" destOrd="0" parTransId="{09E93BAF-CC0C-4373-A4DA-0AA12F7F518D}" sibTransId="{DB00A926-138C-471B-8DF6-220FFFA0A6E2}"/>
    <dgm:cxn modelId="{A136AFA8-BBBB-43F7-906B-A37A6E210341}" type="presOf" srcId="{C7219327-A2B1-4E9D-B908-AECD58A4DE88}" destId="{F86970E3-23D8-408F-ADE1-FEC09C70DEA3}" srcOrd="0" destOrd="0" presId="urn:microsoft.com/office/officeart/2018/5/layout/CenteredIconLabelDescriptionList"/>
    <dgm:cxn modelId="{D6FC12BA-3B26-40BF-BD8A-638FA010AE91}" srcId="{6B3BBF51-91BD-4817-A089-773342BD2C53}" destId="{521D025D-B58C-4596-B7CC-A617E5802465}" srcOrd="3" destOrd="0" parTransId="{91D178AF-DFFD-477F-8C8B-EDEBBBA3EEDF}" sibTransId="{E7DE28ED-6114-4255-A4BE-70DC2B70A8E8}"/>
    <dgm:cxn modelId="{27CCD623-B9B4-4DCB-92E1-025DB54D4C5B}" type="presParOf" srcId="{33DDEFBD-404D-406C-9985-FB0FE3CF473A}" destId="{6475D581-DA2B-4D6C-95A5-B22BD3B5D58E}" srcOrd="0" destOrd="0" presId="urn:microsoft.com/office/officeart/2018/5/layout/CenteredIconLabelDescriptionList"/>
    <dgm:cxn modelId="{AEC620FF-995F-47CA-BB7E-ADFCEDB221E8}" type="presParOf" srcId="{6475D581-DA2B-4D6C-95A5-B22BD3B5D58E}" destId="{760ADC75-1927-4B9F-842A-8DB22B8D4170}" srcOrd="0" destOrd="0" presId="urn:microsoft.com/office/officeart/2018/5/layout/CenteredIconLabelDescriptionList"/>
    <dgm:cxn modelId="{0458B320-C47F-4F8C-B173-82F2D58AF0B4}" type="presParOf" srcId="{6475D581-DA2B-4D6C-95A5-B22BD3B5D58E}" destId="{5012CE67-3576-4F6E-8955-2F100507D1E2}" srcOrd="1" destOrd="0" presId="urn:microsoft.com/office/officeart/2018/5/layout/CenteredIconLabelDescriptionList"/>
    <dgm:cxn modelId="{5238939E-32EF-44A1-B841-2BE3C68BAB09}" type="presParOf" srcId="{6475D581-DA2B-4D6C-95A5-B22BD3B5D58E}" destId="{F86970E3-23D8-408F-ADE1-FEC09C70DEA3}" srcOrd="2" destOrd="0" presId="urn:microsoft.com/office/officeart/2018/5/layout/CenteredIconLabelDescriptionList"/>
    <dgm:cxn modelId="{43ED3A3A-9851-401B-A00C-037211FB6CD8}" type="presParOf" srcId="{6475D581-DA2B-4D6C-95A5-B22BD3B5D58E}" destId="{0A6D4082-1EA0-428E-B0F6-3C4B2460132A}" srcOrd="3" destOrd="0" presId="urn:microsoft.com/office/officeart/2018/5/layout/CenteredIconLabelDescriptionList"/>
    <dgm:cxn modelId="{68ACFEDA-73C5-493D-A831-EEB7121D210C}" type="presParOf" srcId="{6475D581-DA2B-4D6C-95A5-B22BD3B5D58E}" destId="{41EF845D-5ACD-46A8-80D1-7BAC0E253A95}" srcOrd="4" destOrd="0" presId="urn:microsoft.com/office/officeart/2018/5/layout/CenteredIconLabelDescriptionList"/>
    <dgm:cxn modelId="{36F11D88-6181-4008-8FCD-CE8A42EF6E39}" type="presParOf" srcId="{33DDEFBD-404D-406C-9985-FB0FE3CF473A}" destId="{544D7578-4DCA-4E6B-9DB7-647A3874BE46}" srcOrd="1" destOrd="0" presId="urn:microsoft.com/office/officeart/2018/5/layout/CenteredIconLabelDescriptionList"/>
    <dgm:cxn modelId="{DD79D81D-CB56-4B72-84B0-EB3BE8B1F3E1}" type="presParOf" srcId="{33DDEFBD-404D-406C-9985-FB0FE3CF473A}" destId="{AB6D2E3C-1755-4938-8A11-01E542D7C777}" srcOrd="2" destOrd="0" presId="urn:microsoft.com/office/officeart/2018/5/layout/CenteredIconLabelDescriptionList"/>
    <dgm:cxn modelId="{688E08D5-5243-4045-A6EF-A70F38602F4E}" type="presParOf" srcId="{AB6D2E3C-1755-4938-8A11-01E542D7C777}" destId="{D93FD49D-BA56-4B15-8BF0-CEFDCFA7A4CA}" srcOrd="0" destOrd="0" presId="urn:microsoft.com/office/officeart/2018/5/layout/CenteredIconLabelDescriptionList"/>
    <dgm:cxn modelId="{E6740CBD-C47D-4B96-9FAF-429D51A1D39F}" type="presParOf" srcId="{AB6D2E3C-1755-4938-8A11-01E542D7C777}" destId="{D5133F67-BEE9-4CE7-AF9B-0326E3DC1E8E}" srcOrd="1" destOrd="0" presId="urn:microsoft.com/office/officeart/2018/5/layout/CenteredIconLabelDescriptionList"/>
    <dgm:cxn modelId="{28E35547-F715-41D3-BB7A-A94F82A7B0E6}" type="presParOf" srcId="{AB6D2E3C-1755-4938-8A11-01E542D7C777}" destId="{43729ED1-98D1-4235-AC83-5F4B7E92C838}" srcOrd="2" destOrd="0" presId="urn:microsoft.com/office/officeart/2018/5/layout/CenteredIconLabelDescriptionList"/>
    <dgm:cxn modelId="{E34C4738-85CA-44E6-AD7A-51972F63DFD9}" type="presParOf" srcId="{AB6D2E3C-1755-4938-8A11-01E542D7C777}" destId="{26212F20-E2D9-4951-8A4C-56823646423F}" srcOrd="3" destOrd="0" presId="urn:microsoft.com/office/officeart/2018/5/layout/CenteredIconLabelDescriptionList"/>
    <dgm:cxn modelId="{5B9623E5-DF5B-4644-9BAD-CE3D00874D43}" type="presParOf" srcId="{AB6D2E3C-1755-4938-8A11-01E542D7C777}" destId="{FA5BB7E1-1C75-4344-8C2B-C282570E65AC}" srcOrd="4" destOrd="0" presId="urn:microsoft.com/office/officeart/2018/5/layout/CenteredIconLabelDescriptionList"/>
    <dgm:cxn modelId="{3D676A7B-E01A-4BB6-A032-D8E8F37A09E5}" type="presParOf" srcId="{33DDEFBD-404D-406C-9985-FB0FE3CF473A}" destId="{88696389-D9FC-40E3-AE23-5C334779DEF9}" srcOrd="3" destOrd="0" presId="urn:microsoft.com/office/officeart/2018/5/layout/CenteredIconLabelDescriptionList"/>
    <dgm:cxn modelId="{5EFD8344-63E8-4461-A1D0-2613B4318D46}" type="presParOf" srcId="{33DDEFBD-404D-406C-9985-FB0FE3CF473A}" destId="{D6C0AEDF-42F9-4B99-A546-E63FE6B378E8}" srcOrd="4" destOrd="0" presId="urn:microsoft.com/office/officeart/2018/5/layout/CenteredIconLabelDescriptionList"/>
    <dgm:cxn modelId="{49198FD6-2311-4B6E-845D-6967DBB7EA75}" type="presParOf" srcId="{D6C0AEDF-42F9-4B99-A546-E63FE6B378E8}" destId="{C43B9338-18C3-4E64-8E91-2D485B2A308B}" srcOrd="0" destOrd="0" presId="urn:microsoft.com/office/officeart/2018/5/layout/CenteredIconLabelDescriptionList"/>
    <dgm:cxn modelId="{71E8C50A-05DF-4AC3-933E-CE0D2E53C50C}" type="presParOf" srcId="{D6C0AEDF-42F9-4B99-A546-E63FE6B378E8}" destId="{3D9A8C9E-4D43-41FE-82D5-A7F9523789B3}" srcOrd="1" destOrd="0" presId="urn:microsoft.com/office/officeart/2018/5/layout/CenteredIconLabelDescriptionList"/>
    <dgm:cxn modelId="{5EDE9C1A-EF16-4AF9-9914-33AABCE06F52}" type="presParOf" srcId="{D6C0AEDF-42F9-4B99-A546-E63FE6B378E8}" destId="{FA637098-444D-46FC-A06D-7AEAEAD659CA}" srcOrd="2" destOrd="0" presId="urn:microsoft.com/office/officeart/2018/5/layout/CenteredIconLabelDescriptionList"/>
    <dgm:cxn modelId="{94F57F7D-79A2-488A-B34C-FAB9150D973E}" type="presParOf" srcId="{D6C0AEDF-42F9-4B99-A546-E63FE6B378E8}" destId="{998E8237-7F6B-4548-AFE8-027B813E346E}" srcOrd="3" destOrd="0" presId="urn:microsoft.com/office/officeart/2018/5/layout/CenteredIconLabelDescriptionList"/>
    <dgm:cxn modelId="{729D550C-E155-457F-AD2C-0794A80F5D2C}" type="presParOf" srcId="{D6C0AEDF-42F9-4B99-A546-E63FE6B378E8}" destId="{4DD18D6B-64E6-49C8-9D13-3C691C91E05E}" srcOrd="4" destOrd="0" presId="urn:microsoft.com/office/officeart/2018/5/layout/CenteredIconLabelDescriptionList"/>
    <dgm:cxn modelId="{A8AFC3A5-6768-43ED-9A4A-8F5313390101}" type="presParOf" srcId="{33DDEFBD-404D-406C-9985-FB0FE3CF473A}" destId="{5EC99DC7-EEA9-4F69-9773-DCAFB7DE7A9D}" srcOrd="5" destOrd="0" presId="urn:microsoft.com/office/officeart/2018/5/layout/CenteredIconLabelDescriptionList"/>
    <dgm:cxn modelId="{1E212CA0-E6FF-4350-B7C4-6B7F0458BDB6}" type="presParOf" srcId="{33DDEFBD-404D-406C-9985-FB0FE3CF473A}" destId="{53CA0CCF-5B23-4052-9EE5-4C0BA84F6E8C}" srcOrd="6" destOrd="0" presId="urn:microsoft.com/office/officeart/2018/5/layout/CenteredIconLabelDescriptionList"/>
    <dgm:cxn modelId="{AD176276-2F88-4D0F-8639-9C3158EA02A6}" type="presParOf" srcId="{53CA0CCF-5B23-4052-9EE5-4C0BA84F6E8C}" destId="{76A32497-FEEE-43F1-A4F5-CD8C921C77C1}" srcOrd="0" destOrd="0" presId="urn:microsoft.com/office/officeart/2018/5/layout/CenteredIconLabelDescriptionList"/>
    <dgm:cxn modelId="{DEE68248-1A44-429B-A65D-064421E0808E}" type="presParOf" srcId="{53CA0CCF-5B23-4052-9EE5-4C0BA84F6E8C}" destId="{DF891960-03B1-46E2-8782-C9E0B73D212A}" srcOrd="1" destOrd="0" presId="urn:microsoft.com/office/officeart/2018/5/layout/CenteredIconLabelDescriptionList"/>
    <dgm:cxn modelId="{267B5DF6-5E91-4B6D-BEDD-07827495ADEC}" type="presParOf" srcId="{53CA0CCF-5B23-4052-9EE5-4C0BA84F6E8C}" destId="{4400162F-C72D-49E7-B49D-34AE3C483CD8}" srcOrd="2" destOrd="0" presId="urn:microsoft.com/office/officeart/2018/5/layout/CenteredIconLabelDescriptionList"/>
    <dgm:cxn modelId="{E978BD46-0307-4B60-80A2-E1A3E7859C21}" type="presParOf" srcId="{53CA0CCF-5B23-4052-9EE5-4C0BA84F6E8C}" destId="{801B1F8A-BF35-4B49-8893-661CA8BC409E}" srcOrd="3" destOrd="0" presId="urn:microsoft.com/office/officeart/2018/5/layout/CenteredIconLabelDescriptionList"/>
    <dgm:cxn modelId="{1D507FAE-132C-40C6-B558-4D630B7AE5B4}" type="presParOf" srcId="{53CA0CCF-5B23-4052-9EE5-4C0BA84F6E8C}" destId="{2380A351-39AE-41CC-8C9A-417CEA475C16}" srcOrd="4" destOrd="0" presId="urn:microsoft.com/office/officeart/2018/5/layout/CenteredIconLabelDescriptionList"/>
    <dgm:cxn modelId="{E8BE7C24-2B1F-4D3F-A549-A8D1CAE6739E}" type="presParOf" srcId="{33DDEFBD-404D-406C-9985-FB0FE3CF473A}" destId="{7DCA1EF0-3796-4CD6-BEEA-6A0DADE04DBD}" srcOrd="7" destOrd="0" presId="urn:microsoft.com/office/officeart/2018/5/layout/CenteredIconLabelDescriptionList"/>
    <dgm:cxn modelId="{5889898F-5DDB-474A-8415-61C4414C33D4}" type="presParOf" srcId="{33DDEFBD-404D-406C-9985-FB0FE3CF473A}" destId="{01E63636-020A-4449-857F-182B4CA15B6F}" srcOrd="8" destOrd="0" presId="urn:microsoft.com/office/officeart/2018/5/layout/CenteredIconLabelDescriptionList"/>
    <dgm:cxn modelId="{3B068EC9-0A7A-4469-B950-83EAAF65FF0C}" type="presParOf" srcId="{01E63636-020A-4449-857F-182B4CA15B6F}" destId="{59A38630-7573-46AB-A883-2EA93A10D7F8}" srcOrd="0" destOrd="0" presId="urn:microsoft.com/office/officeart/2018/5/layout/CenteredIconLabelDescriptionList"/>
    <dgm:cxn modelId="{3E4061CF-1D67-4AEB-BA46-AC449F4948B2}" type="presParOf" srcId="{01E63636-020A-4449-857F-182B4CA15B6F}" destId="{BA5C50A6-CE06-48AC-87A9-587D1E6C730F}" srcOrd="1" destOrd="0" presId="urn:microsoft.com/office/officeart/2018/5/layout/CenteredIconLabelDescriptionList"/>
    <dgm:cxn modelId="{420EBCC8-822A-4554-A0A4-9935D82AD083}" type="presParOf" srcId="{01E63636-020A-4449-857F-182B4CA15B6F}" destId="{1FDC702B-17AE-4068-B52B-25E9F7984ED3}" srcOrd="2" destOrd="0" presId="urn:microsoft.com/office/officeart/2018/5/layout/CenteredIconLabelDescriptionList"/>
    <dgm:cxn modelId="{938F5DF2-84A5-4A05-85CB-062C4842A772}" type="presParOf" srcId="{01E63636-020A-4449-857F-182B4CA15B6F}" destId="{9134E46C-8389-4CF3-9772-5F802FE027F1}" srcOrd="3" destOrd="0" presId="urn:microsoft.com/office/officeart/2018/5/layout/CenteredIconLabelDescriptionList"/>
    <dgm:cxn modelId="{0520EBA9-D40B-4398-9F8F-17BC8B70F2D1}" type="presParOf" srcId="{01E63636-020A-4449-857F-182B4CA15B6F}" destId="{131DF72B-BC22-407D-9498-4BAD69C74E5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66B0BC6-8320-4F80-912A-7165450A086D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E9E7CC8-969C-40A7-9E64-B9A608217C4F}">
      <dgm:prSet/>
      <dgm:spPr/>
      <dgm:t>
        <a:bodyPr/>
        <a:lstStyle/>
        <a:p>
          <a:r>
            <a:rPr lang="en-GB"/>
            <a:t>This project improved understanding of real-world OOP design</a:t>
          </a:r>
          <a:endParaRPr lang="en-US"/>
        </a:p>
      </dgm:t>
    </dgm:pt>
    <dgm:pt modelId="{7A97CAFC-826D-44BA-B98B-97B0435421A0}" type="parTrans" cxnId="{6B908E66-B61C-4A40-AA82-02D5379BB67A}">
      <dgm:prSet/>
      <dgm:spPr/>
      <dgm:t>
        <a:bodyPr/>
        <a:lstStyle/>
        <a:p>
          <a:endParaRPr lang="en-US"/>
        </a:p>
      </dgm:t>
    </dgm:pt>
    <dgm:pt modelId="{A857F9BA-217D-4A0D-982E-164B6E506D4E}" type="sibTrans" cxnId="{6B908E66-B61C-4A40-AA82-02D5379BB67A}">
      <dgm:prSet/>
      <dgm:spPr/>
      <dgm:t>
        <a:bodyPr/>
        <a:lstStyle/>
        <a:p>
          <a:endParaRPr lang="en-US"/>
        </a:p>
      </dgm:t>
    </dgm:pt>
    <dgm:pt modelId="{330F8240-A038-47AB-98DC-3C674B9CF716}">
      <dgm:prSet/>
      <dgm:spPr/>
      <dgm:t>
        <a:bodyPr/>
        <a:lstStyle/>
        <a:p>
          <a:r>
            <a:rPr lang="en-GB"/>
            <a:t>Learned how to apply multiple design patterns together</a:t>
          </a:r>
          <a:endParaRPr lang="en-US"/>
        </a:p>
      </dgm:t>
    </dgm:pt>
    <dgm:pt modelId="{C21C4AD3-8A1B-47CC-AFB6-CC39788C1A31}" type="parTrans" cxnId="{216E3588-9B24-4A50-8690-5C98724AD83E}">
      <dgm:prSet/>
      <dgm:spPr/>
      <dgm:t>
        <a:bodyPr/>
        <a:lstStyle/>
        <a:p>
          <a:endParaRPr lang="en-US"/>
        </a:p>
      </dgm:t>
    </dgm:pt>
    <dgm:pt modelId="{FCDD64BB-D1BC-49D1-91B5-D1055AB83D64}" type="sibTrans" cxnId="{216E3588-9B24-4A50-8690-5C98724AD83E}">
      <dgm:prSet/>
      <dgm:spPr/>
      <dgm:t>
        <a:bodyPr/>
        <a:lstStyle/>
        <a:p>
          <a:endParaRPr lang="en-US"/>
        </a:p>
      </dgm:t>
    </dgm:pt>
    <dgm:pt modelId="{2F31CF63-074B-4AE5-8B82-7DC677FF1C2C}">
      <dgm:prSet/>
      <dgm:spPr/>
      <dgm:t>
        <a:bodyPr/>
        <a:lstStyle/>
        <a:p>
          <a:r>
            <a:rPr lang="en-GB"/>
            <a:t>Gained experience with file handling and data persistence</a:t>
          </a:r>
          <a:endParaRPr lang="en-US"/>
        </a:p>
      </dgm:t>
    </dgm:pt>
    <dgm:pt modelId="{3F703C1B-A969-467D-BB35-A3D984A25A00}" type="parTrans" cxnId="{AA7365C3-F1E9-48BE-A197-1F74FEF97A7A}">
      <dgm:prSet/>
      <dgm:spPr/>
      <dgm:t>
        <a:bodyPr/>
        <a:lstStyle/>
        <a:p>
          <a:endParaRPr lang="en-US"/>
        </a:p>
      </dgm:t>
    </dgm:pt>
    <dgm:pt modelId="{2D72B8D6-7ABC-44C7-971B-6D012A4DB35A}" type="sibTrans" cxnId="{AA7365C3-F1E9-48BE-A197-1F74FEF97A7A}">
      <dgm:prSet/>
      <dgm:spPr/>
      <dgm:t>
        <a:bodyPr/>
        <a:lstStyle/>
        <a:p>
          <a:endParaRPr lang="en-US"/>
        </a:p>
      </dgm:t>
    </dgm:pt>
    <dgm:pt modelId="{26EF7F88-E48F-4238-AFD0-0EB8A4ABD417}">
      <dgm:prSet/>
      <dgm:spPr/>
      <dgm:t>
        <a:bodyPr/>
        <a:lstStyle/>
        <a:p>
          <a:r>
            <a:rPr lang="en-GB"/>
            <a:t>Understood the importance of clean architecture and modularity</a:t>
          </a:r>
          <a:endParaRPr lang="en-US"/>
        </a:p>
      </dgm:t>
    </dgm:pt>
    <dgm:pt modelId="{6579C70A-4AD4-424B-BEC2-83BAC6CF817E}" type="parTrans" cxnId="{95DA501A-7DF6-451D-B55F-EA39D08D08AA}">
      <dgm:prSet/>
      <dgm:spPr/>
      <dgm:t>
        <a:bodyPr/>
        <a:lstStyle/>
        <a:p>
          <a:endParaRPr lang="en-US"/>
        </a:p>
      </dgm:t>
    </dgm:pt>
    <dgm:pt modelId="{920475E1-7650-4EAD-B2A1-54AF64D4C59E}" type="sibTrans" cxnId="{95DA501A-7DF6-451D-B55F-EA39D08D08AA}">
      <dgm:prSet/>
      <dgm:spPr/>
      <dgm:t>
        <a:bodyPr/>
        <a:lstStyle/>
        <a:p>
          <a:endParaRPr lang="en-US"/>
        </a:p>
      </dgm:t>
    </dgm:pt>
    <dgm:pt modelId="{430D12BD-851E-45DC-86C0-F89632EB8490}">
      <dgm:prSet/>
      <dgm:spPr/>
      <dgm:t>
        <a:bodyPr/>
        <a:lstStyle/>
        <a:p>
          <a:r>
            <a:rPr lang="en-GB"/>
            <a:t>Future improvements can possibly make it production-grade</a:t>
          </a:r>
          <a:endParaRPr lang="en-US"/>
        </a:p>
      </dgm:t>
    </dgm:pt>
    <dgm:pt modelId="{F701013A-CC20-453E-A55D-5FB08A3CCF8B}" type="parTrans" cxnId="{A5A7C044-25C6-49E6-B0A2-66844D45D051}">
      <dgm:prSet/>
      <dgm:spPr/>
      <dgm:t>
        <a:bodyPr/>
        <a:lstStyle/>
        <a:p>
          <a:endParaRPr lang="en-US"/>
        </a:p>
      </dgm:t>
    </dgm:pt>
    <dgm:pt modelId="{9BCBF73A-1461-4E2C-8E9E-2DB79A5F0DB2}" type="sibTrans" cxnId="{A5A7C044-25C6-49E6-B0A2-66844D45D051}">
      <dgm:prSet/>
      <dgm:spPr/>
      <dgm:t>
        <a:bodyPr/>
        <a:lstStyle/>
        <a:p>
          <a:endParaRPr lang="en-US"/>
        </a:p>
      </dgm:t>
    </dgm:pt>
    <dgm:pt modelId="{ED2BD798-AECC-4EF5-A642-6559E97D3245}" type="pres">
      <dgm:prSet presAssocID="{866B0BC6-8320-4F80-912A-7165450A086D}" presName="diagram" presStyleCnt="0">
        <dgm:presLayoutVars>
          <dgm:dir/>
          <dgm:resizeHandles val="exact"/>
        </dgm:presLayoutVars>
      </dgm:prSet>
      <dgm:spPr/>
    </dgm:pt>
    <dgm:pt modelId="{35EC23CF-90DD-41CA-A38E-E22AE4654A59}" type="pres">
      <dgm:prSet presAssocID="{5E9E7CC8-969C-40A7-9E64-B9A608217C4F}" presName="node" presStyleLbl="node1" presStyleIdx="0" presStyleCnt="5">
        <dgm:presLayoutVars>
          <dgm:bulletEnabled val="1"/>
        </dgm:presLayoutVars>
      </dgm:prSet>
      <dgm:spPr/>
    </dgm:pt>
    <dgm:pt modelId="{8035683D-55CF-47EC-B2C3-88D65ACF7336}" type="pres">
      <dgm:prSet presAssocID="{A857F9BA-217D-4A0D-982E-164B6E506D4E}" presName="sibTrans" presStyleCnt="0"/>
      <dgm:spPr/>
    </dgm:pt>
    <dgm:pt modelId="{7D06BB44-5FD4-4D47-B660-43E1314C5848}" type="pres">
      <dgm:prSet presAssocID="{330F8240-A038-47AB-98DC-3C674B9CF716}" presName="node" presStyleLbl="node1" presStyleIdx="1" presStyleCnt="5">
        <dgm:presLayoutVars>
          <dgm:bulletEnabled val="1"/>
        </dgm:presLayoutVars>
      </dgm:prSet>
      <dgm:spPr/>
    </dgm:pt>
    <dgm:pt modelId="{5E5BD5CD-5C49-4FA7-A806-00188798902A}" type="pres">
      <dgm:prSet presAssocID="{FCDD64BB-D1BC-49D1-91B5-D1055AB83D64}" presName="sibTrans" presStyleCnt="0"/>
      <dgm:spPr/>
    </dgm:pt>
    <dgm:pt modelId="{C475FEAF-5E30-4A2B-9F1D-0486348B7195}" type="pres">
      <dgm:prSet presAssocID="{2F31CF63-074B-4AE5-8B82-7DC677FF1C2C}" presName="node" presStyleLbl="node1" presStyleIdx="2" presStyleCnt="5">
        <dgm:presLayoutVars>
          <dgm:bulletEnabled val="1"/>
        </dgm:presLayoutVars>
      </dgm:prSet>
      <dgm:spPr/>
    </dgm:pt>
    <dgm:pt modelId="{81A10622-C941-4528-8C03-0768695CD7EB}" type="pres">
      <dgm:prSet presAssocID="{2D72B8D6-7ABC-44C7-971B-6D012A4DB35A}" presName="sibTrans" presStyleCnt="0"/>
      <dgm:spPr/>
    </dgm:pt>
    <dgm:pt modelId="{76C02C12-BFFF-47F8-BC9E-F12B57935494}" type="pres">
      <dgm:prSet presAssocID="{26EF7F88-E48F-4238-AFD0-0EB8A4ABD417}" presName="node" presStyleLbl="node1" presStyleIdx="3" presStyleCnt="5">
        <dgm:presLayoutVars>
          <dgm:bulletEnabled val="1"/>
        </dgm:presLayoutVars>
      </dgm:prSet>
      <dgm:spPr/>
    </dgm:pt>
    <dgm:pt modelId="{9AC1F98E-E83D-4FC5-AC6A-0E9CEA750501}" type="pres">
      <dgm:prSet presAssocID="{920475E1-7650-4EAD-B2A1-54AF64D4C59E}" presName="sibTrans" presStyleCnt="0"/>
      <dgm:spPr/>
    </dgm:pt>
    <dgm:pt modelId="{B90F72B2-A713-4366-8EE7-79912136DBEE}" type="pres">
      <dgm:prSet presAssocID="{430D12BD-851E-45DC-86C0-F89632EB8490}" presName="node" presStyleLbl="node1" presStyleIdx="4" presStyleCnt="5">
        <dgm:presLayoutVars>
          <dgm:bulletEnabled val="1"/>
        </dgm:presLayoutVars>
      </dgm:prSet>
      <dgm:spPr/>
    </dgm:pt>
  </dgm:ptLst>
  <dgm:cxnLst>
    <dgm:cxn modelId="{95DA501A-7DF6-451D-B55F-EA39D08D08AA}" srcId="{866B0BC6-8320-4F80-912A-7165450A086D}" destId="{26EF7F88-E48F-4238-AFD0-0EB8A4ABD417}" srcOrd="3" destOrd="0" parTransId="{6579C70A-4AD4-424B-BEC2-83BAC6CF817E}" sibTransId="{920475E1-7650-4EAD-B2A1-54AF64D4C59E}"/>
    <dgm:cxn modelId="{46AB9731-61E0-4891-8324-C21DFBD8F069}" type="presOf" srcId="{430D12BD-851E-45DC-86C0-F89632EB8490}" destId="{B90F72B2-A713-4366-8EE7-79912136DBEE}" srcOrd="0" destOrd="0" presId="urn:microsoft.com/office/officeart/2005/8/layout/default"/>
    <dgm:cxn modelId="{A5A7C044-25C6-49E6-B0A2-66844D45D051}" srcId="{866B0BC6-8320-4F80-912A-7165450A086D}" destId="{430D12BD-851E-45DC-86C0-F89632EB8490}" srcOrd="4" destOrd="0" parTransId="{F701013A-CC20-453E-A55D-5FB08A3CCF8B}" sibTransId="{9BCBF73A-1461-4E2C-8E9E-2DB79A5F0DB2}"/>
    <dgm:cxn modelId="{6B908E66-B61C-4A40-AA82-02D5379BB67A}" srcId="{866B0BC6-8320-4F80-912A-7165450A086D}" destId="{5E9E7CC8-969C-40A7-9E64-B9A608217C4F}" srcOrd="0" destOrd="0" parTransId="{7A97CAFC-826D-44BA-B98B-97B0435421A0}" sibTransId="{A857F9BA-217D-4A0D-982E-164B6E506D4E}"/>
    <dgm:cxn modelId="{07EAA84E-F8A7-43F7-B40A-3852FE00C968}" type="presOf" srcId="{866B0BC6-8320-4F80-912A-7165450A086D}" destId="{ED2BD798-AECC-4EF5-A642-6559E97D3245}" srcOrd="0" destOrd="0" presId="urn:microsoft.com/office/officeart/2005/8/layout/default"/>
    <dgm:cxn modelId="{216E3588-9B24-4A50-8690-5C98724AD83E}" srcId="{866B0BC6-8320-4F80-912A-7165450A086D}" destId="{330F8240-A038-47AB-98DC-3C674B9CF716}" srcOrd="1" destOrd="0" parTransId="{C21C4AD3-8A1B-47CC-AFB6-CC39788C1A31}" sibTransId="{FCDD64BB-D1BC-49D1-91B5-D1055AB83D64}"/>
    <dgm:cxn modelId="{48EFF991-7CF3-46BB-8372-1317532353E8}" type="presOf" srcId="{26EF7F88-E48F-4238-AFD0-0EB8A4ABD417}" destId="{76C02C12-BFFF-47F8-BC9E-F12B57935494}" srcOrd="0" destOrd="0" presId="urn:microsoft.com/office/officeart/2005/8/layout/default"/>
    <dgm:cxn modelId="{73D3CBBB-5B6C-4631-AF8A-D618A524B9DB}" type="presOf" srcId="{330F8240-A038-47AB-98DC-3C674B9CF716}" destId="{7D06BB44-5FD4-4D47-B660-43E1314C5848}" srcOrd="0" destOrd="0" presId="urn:microsoft.com/office/officeart/2005/8/layout/default"/>
    <dgm:cxn modelId="{AA7365C3-F1E9-48BE-A197-1F74FEF97A7A}" srcId="{866B0BC6-8320-4F80-912A-7165450A086D}" destId="{2F31CF63-074B-4AE5-8B82-7DC677FF1C2C}" srcOrd="2" destOrd="0" parTransId="{3F703C1B-A969-467D-BB35-A3D984A25A00}" sibTransId="{2D72B8D6-7ABC-44C7-971B-6D012A4DB35A}"/>
    <dgm:cxn modelId="{AAFE20EA-8113-4F1B-953F-8BC68500A745}" type="presOf" srcId="{2F31CF63-074B-4AE5-8B82-7DC677FF1C2C}" destId="{C475FEAF-5E30-4A2B-9F1D-0486348B7195}" srcOrd="0" destOrd="0" presId="urn:microsoft.com/office/officeart/2005/8/layout/default"/>
    <dgm:cxn modelId="{48D63BF7-7C71-4C6E-8532-F3A1A7D53F78}" type="presOf" srcId="{5E9E7CC8-969C-40A7-9E64-B9A608217C4F}" destId="{35EC23CF-90DD-41CA-A38E-E22AE4654A59}" srcOrd="0" destOrd="0" presId="urn:microsoft.com/office/officeart/2005/8/layout/default"/>
    <dgm:cxn modelId="{56B5C6CF-2323-4EFB-88DA-4683D7E3271B}" type="presParOf" srcId="{ED2BD798-AECC-4EF5-A642-6559E97D3245}" destId="{35EC23CF-90DD-41CA-A38E-E22AE4654A59}" srcOrd="0" destOrd="0" presId="urn:microsoft.com/office/officeart/2005/8/layout/default"/>
    <dgm:cxn modelId="{5A4CA3DD-974E-442B-B321-AE95E72845BB}" type="presParOf" srcId="{ED2BD798-AECC-4EF5-A642-6559E97D3245}" destId="{8035683D-55CF-47EC-B2C3-88D65ACF7336}" srcOrd="1" destOrd="0" presId="urn:microsoft.com/office/officeart/2005/8/layout/default"/>
    <dgm:cxn modelId="{445D4E9C-3475-4FE3-9CDE-AB9426A0CA8E}" type="presParOf" srcId="{ED2BD798-AECC-4EF5-A642-6559E97D3245}" destId="{7D06BB44-5FD4-4D47-B660-43E1314C5848}" srcOrd="2" destOrd="0" presId="urn:microsoft.com/office/officeart/2005/8/layout/default"/>
    <dgm:cxn modelId="{311E7C37-3608-47C4-A2BE-79BA26A3F869}" type="presParOf" srcId="{ED2BD798-AECC-4EF5-A642-6559E97D3245}" destId="{5E5BD5CD-5C49-4FA7-A806-00188798902A}" srcOrd="3" destOrd="0" presId="urn:microsoft.com/office/officeart/2005/8/layout/default"/>
    <dgm:cxn modelId="{4A2AD364-9EC7-4A19-9E66-393DDD733FF7}" type="presParOf" srcId="{ED2BD798-AECC-4EF5-A642-6559E97D3245}" destId="{C475FEAF-5E30-4A2B-9F1D-0486348B7195}" srcOrd="4" destOrd="0" presId="urn:microsoft.com/office/officeart/2005/8/layout/default"/>
    <dgm:cxn modelId="{A810464D-8209-4A21-A33E-880CBC2B1A9E}" type="presParOf" srcId="{ED2BD798-AECC-4EF5-A642-6559E97D3245}" destId="{81A10622-C941-4528-8C03-0768695CD7EB}" srcOrd="5" destOrd="0" presId="urn:microsoft.com/office/officeart/2005/8/layout/default"/>
    <dgm:cxn modelId="{67170EE8-8E8E-4DFB-A4A5-FFFF7B271207}" type="presParOf" srcId="{ED2BD798-AECC-4EF5-A642-6559E97D3245}" destId="{76C02C12-BFFF-47F8-BC9E-F12B57935494}" srcOrd="6" destOrd="0" presId="urn:microsoft.com/office/officeart/2005/8/layout/default"/>
    <dgm:cxn modelId="{B9977708-231B-4128-A9D6-B33C82D0EB7F}" type="presParOf" srcId="{ED2BD798-AECC-4EF5-A642-6559E97D3245}" destId="{9AC1F98E-E83D-4FC5-AC6A-0E9CEA750501}" srcOrd="7" destOrd="0" presId="urn:microsoft.com/office/officeart/2005/8/layout/default"/>
    <dgm:cxn modelId="{A1813CD3-38E6-4534-9331-1F7A799F2EF0}" type="presParOf" srcId="{ED2BD798-AECC-4EF5-A642-6559E97D3245}" destId="{B90F72B2-A713-4366-8EE7-79912136DBEE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C08BA3-068E-4A01-912F-A0889F61A8B7}">
      <dsp:nvSpPr>
        <dsp:cNvPr id="0" name=""/>
        <dsp:cNvSpPr/>
      </dsp:nvSpPr>
      <dsp:spPr>
        <a:xfrm>
          <a:off x="1020171" y="991"/>
          <a:ext cx="973617" cy="97361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3F5981-75EF-447A-902F-BE327AF49838}">
      <dsp:nvSpPr>
        <dsp:cNvPr id="0" name=""/>
        <dsp:cNvSpPr/>
      </dsp:nvSpPr>
      <dsp:spPr>
        <a:xfrm>
          <a:off x="1227663" y="208483"/>
          <a:ext cx="558632" cy="5586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41F637-F758-44A8-B763-4E1FD9BBCD8E}">
      <dsp:nvSpPr>
        <dsp:cNvPr id="0" name=""/>
        <dsp:cNvSpPr/>
      </dsp:nvSpPr>
      <dsp:spPr>
        <a:xfrm>
          <a:off x="708932" y="1277866"/>
          <a:ext cx="1596093" cy="6982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Build a functional payroll management system in C++</a:t>
          </a:r>
          <a:endParaRPr lang="en-US" sz="1100" kern="1200"/>
        </a:p>
      </dsp:txBody>
      <dsp:txXfrm>
        <a:off x="708932" y="1277866"/>
        <a:ext cx="1596093" cy="698291"/>
      </dsp:txXfrm>
    </dsp:sp>
    <dsp:sp modelId="{AB83F53D-C4F9-4F9F-9204-E40BD347287A}">
      <dsp:nvSpPr>
        <dsp:cNvPr id="0" name=""/>
        <dsp:cNvSpPr/>
      </dsp:nvSpPr>
      <dsp:spPr>
        <a:xfrm>
          <a:off x="2895581" y="991"/>
          <a:ext cx="973617" cy="97361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BACFD1-2F9F-4E0D-B39B-A1943F5AF78C}">
      <dsp:nvSpPr>
        <dsp:cNvPr id="0" name=""/>
        <dsp:cNvSpPr/>
      </dsp:nvSpPr>
      <dsp:spPr>
        <a:xfrm>
          <a:off x="3103073" y="208483"/>
          <a:ext cx="558632" cy="5586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CD7BEE-FB82-4447-B561-D3A169706A43}">
      <dsp:nvSpPr>
        <dsp:cNvPr id="0" name=""/>
        <dsp:cNvSpPr/>
      </dsp:nvSpPr>
      <dsp:spPr>
        <a:xfrm>
          <a:off x="2584342" y="1277866"/>
          <a:ext cx="1596093" cy="6982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Apply advanced OOP concepts (encapsulation, inheritance, polymorphism)</a:t>
          </a:r>
          <a:endParaRPr lang="en-US" sz="1100" kern="1200"/>
        </a:p>
      </dsp:txBody>
      <dsp:txXfrm>
        <a:off x="2584342" y="1277866"/>
        <a:ext cx="1596093" cy="698291"/>
      </dsp:txXfrm>
    </dsp:sp>
    <dsp:sp modelId="{AA4E5C66-8AD1-4132-ABAE-1B822E470C81}">
      <dsp:nvSpPr>
        <dsp:cNvPr id="0" name=""/>
        <dsp:cNvSpPr/>
      </dsp:nvSpPr>
      <dsp:spPr>
        <a:xfrm>
          <a:off x="4770991" y="991"/>
          <a:ext cx="973617" cy="97361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604DB6-97A4-4B21-9B36-ADD2BA1AD277}">
      <dsp:nvSpPr>
        <dsp:cNvPr id="0" name=""/>
        <dsp:cNvSpPr/>
      </dsp:nvSpPr>
      <dsp:spPr>
        <a:xfrm>
          <a:off x="4978483" y="208483"/>
          <a:ext cx="558632" cy="5586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575675-DAC9-4543-B9E8-B31C413976FF}">
      <dsp:nvSpPr>
        <dsp:cNvPr id="0" name=""/>
        <dsp:cNvSpPr/>
      </dsp:nvSpPr>
      <dsp:spPr>
        <a:xfrm>
          <a:off x="4459753" y="1277866"/>
          <a:ext cx="1596093" cy="6982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Integrate multiple design patterns in a meaningful way</a:t>
          </a:r>
          <a:endParaRPr lang="en-US" sz="1100" kern="1200"/>
        </a:p>
      </dsp:txBody>
      <dsp:txXfrm>
        <a:off x="4459753" y="1277866"/>
        <a:ext cx="1596093" cy="698291"/>
      </dsp:txXfrm>
    </dsp:sp>
    <dsp:sp modelId="{DAEAB9A4-AE4B-42E6-AD7C-89DED048108F}">
      <dsp:nvSpPr>
        <dsp:cNvPr id="0" name=""/>
        <dsp:cNvSpPr/>
      </dsp:nvSpPr>
      <dsp:spPr>
        <a:xfrm>
          <a:off x="6646401" y="991"/>
          <a:ext cx="973617" cy="97361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59CC26-23B0-4F9C-B5FA-0B122EDE5E80}">
      <dsp:nvSpPr>
        <dsp:cNvPr id="0" name=""/>
        <dsp:cNvSpPr/>
      </dsp:nvSpPr>
      <dsp:spPr>
        <a:xfrm>
          <a:off x="6853893" y="208483"/>
          <a:ext cx="558632" cy="55863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5BAFC8-9B62-40E9-B8B8-541319715148}">
      <dsp:nvSpPr>
        <dsp:cNvPr id="0" name=""/>
        <dsp:cNvSpPr/>
      </dsp:nvSpPr>
      <dsp:spPr>
        <a:xfrm>
          <a:off x="6335163" y="1277866"/>
          <a:ext cx="1596093" cy="6982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Implement persistent storage using CSV file handling</a:t>
          </a:r>
          <a:endParaRPr lang="en-US" sz="1100" kern="1200"/>
        </a:p>
      </dsp:txBody>
      <dsp:txXfrm>
        <a:off x="6335163" y="1277866"/>
        <a:ext cx="1596093" cy="698291"/>
      </dsp:txXfrm>
    </dsp:sp>
    <dsp:sp modelId="{E7DD5382-3743-4FF6-97A1-F4D8A4E5D0D3}">
      <dsp:nvSpPr>
        <dsp:cNvPr id="0" name=""/>
        <dsp:cNvSpPr/>
      </dsp:nvSpPr>
      <dsp:spPr>
        <a:xfrm>
          <a:off x="8521811" y="991"/>
          <a:ext cx="973617" cy="97361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138979-29AC-48F1-AD5C-D44C3997019E}">
      <dsp:nvSpPr>
        <dsp:cNvPr id="0" name=""/>
        <dsp:cNvSpPr/>
      </dsp:nvSpPr>
      <dsp:spPr>
        <a:xfrm>
          <a:off x="8729303" y="208483"/>
          <a:ext cx="558632" cy="55863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203EB2-2588-4ADF-AE72-453EF4A87B78}">
      <dsp:nvSpPr>
        <dsp:cNvPr id="0" name=""/>
        <dsp:cNvSpPr/>
      </dsp:nvSpPr>
      <dsp:spPr>
        <a:xfrm>
          <a:off x="8210573" y="1277866"/>
          <a:ext cx="1596093" cy="6982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Provide payroll admins with tools for managing employee records</a:t>
          </a:r>
          <a:endParaRPr lang="en-US" sz="1100" kern="1200"/>
        </a:p>
      </dsp:txBody>
      <dsp:txXfrm>
        <a:off x="8210573" y="1277866"/>
        <a:ext cx="1596093" cy="698291"/>
      </dsp:txXfrm>
    </dsp:sp>
    <dsp:sp modelId="{C71290E6-50F5-4F70-85B3-AA245A7D64D9}">
      <dsp:nvSpPr>
        <dsp:cNvPr id="0" name=""/>
        <dsp:cNvSpPr/>
      </dsp:nvSpPr>
      <dsp:spPr>
        <a:xfrm>
          <a:off x="3833286" y="2375180"/>
          <a:ext cx="973617" cy="97361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9E4DD2-A6C8-4786-BEBE-5D4A124ABF1C}">
      <dsp:nvSpPr>
        <dsp:cNvPr id="0" name=""/>
        <dsp:cNvSpPr/>
      </dsp:nvSpPr>
      <dsp:spPr>
        <a:xfrm>
          <a:off x="4040778" y="2582672"/>
          <a:ext cx="558632" cy="55863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CE9C86-72F1-47F6-BA49-C0A8D4403A8C}">
      <dsp:nvSpPr>
        <dsp:cNvPr id="0" name=""/>
        <dsp:cNvSpPr/>
      </dsp:nvSpPr>
      <dsp:spPr>
        <a:xfrm>
          <a:off x="3522048" y="3652055"/>
          <a:ext cx="1596093" cy="6982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Support hourly vs salaried employees with dynamic pay calculation</a:t>
          </a:r>
          <a:endParaRPr lang="en-US" sz="1100" kern="1200"/>
        </a:p>
      </dsp:txBody>
      <dsp:txXfrm>
        <a:off x="3522048" y="3652055"/>
        <a:ext cx="1596093" cy="698291"/>
      </dsp:txXfrm>
    </dsp:sp>
    <dsp:sp modelId="{0913170B-EAD8-44F9-A513-A9AEAED872FF}">
      <dsp:nvSpPr>
        <dsp:cNvPr id="0" name=""/>
        <dsp:cNvSpPr/>
      </dsp:nvSpPr>
      <dsp:spPr>
        <a:xfrm>
          <a:off x="5708696" y="2375180"/>
          <a:ext cx="973617" cy="97361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ABD780-1F27-4171-BDD2-1CE5E7E9CE5E}">
      <dsp:nvSpPr>
        <dsp:cNvPr id="0" name=""/>
        <dsp:cNvSpPr/>
      </dsp:nvSpPr>
      <dsp:spPr>
        <a:xfrm>
          <a:off x="5916188" y="2582672"/>
          <a:ext cx="558632" cy="558632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DEC43E-07B8-49C4-96EF-9D57DDAA3446}">
      <dsp:nvSpPr>
        <dsp:cNvPr id="0" name=""/>
        <dsp:cNvSpPr/>
      </dsp:nvSpPr>
      <dsp:spPr>
        <a:xfrm>
          <a:off x="5397458" y="3652055"/>
          <a:ext cx="1596093" cy="6982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Generate payslips with adjustments (bonus/penalty)</a:t>
          </a:r>
          <a:endParaRPr lang="en-US" sz="1100" kern="1200"/>
        </a:p>
      </dsp:txBody>
      <dsp:txXfrm>
        <a:off x="5397458" y="3652055"/>
        <a:ext cx="1596093" cy="6982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88342D-A3C7-4A8F-B6AA-98617D3BFE4B}">
      <dsp:nvSpPr>
        <dsp:cNvPr id="0" name=""/>
        <dsp:cNvSpPr/>
      </dsp:nvSpPr>
      <dsp:spPr>
        <a:xfrm>
          <a:off x="1020487" y="363850"/>
          <a:ext cx="1098562" cy="1098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10BCD9-2ADE-4B47-9F52-600F76647E60}">
      <dsp:nvSpPr>
        <dsp:cNvPr id="0" name=""/>
        <dsp:cNvSpPr/>
      </dsp:nvSpPr>
      <dsp:spPr>
        <a:xfrm>
          <a:off x="393" y="1618229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300" kern="1200"/>
            <a:t>Employee Management</a:t>
          </a:r>
          <a:endParaRPr lang="en-US" sz="2300" kern="1200"/>
        </a:p>
      </dsp:txBody>
      <dsp:txXfrm>
        <a:off x="393" y="1618229"/>
        <a:ext cx="3138750" cy="470812"/>
      </dsp:txXfrm>
    </dsp:sp>
    <dsp:sp modelId="{42A4A56D-64C0-4B97-9A6C-E68825A8309E}">
      <dsp:nvSpPr>
        <dsp:cNvPr id="0" name=""/>
        <dsp:cNvSpPr/>
      </dsp:nvSpPr>
      <dsp:spPr>
        <a:xfrm>
          <a:off x="393" y="2161514"/>
          <a:ext cx="3138750" cy="1825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Add new employees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View all existing employees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Search by employee ID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Update name, position, department, or pay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Delete employee</a:t>
          </a:r>
          <a:endParaRPr lang="en-US" sz="1700" kern="1200"/>
        </a:p>
      </dsp:txBody>
      <dsp:txXfrm>
        <a:off x="393" y="2161514"/>
        <a:ext cx="3138750" cy="1825972"/>
      </dsp:txXfrm>
    </dsp:sp>
    <dsp:sp modelId="{16BC3A10-A4BF-40F3-821E-099BA667B8EC}">
      <dsp:nvSpPr>
        <dsp:cNvPr id="0" name=""/>
        <dsp:cNvSpPr/>
      </dsp:nvSpPr>
      <dsp:spPr>
        <a:xfrm>
          <a:off x="4708518" y="363850"/>
          <a:ext cx="1098562" cy="1098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9464FB-2C59-46F9-878A-71BC3F40CE2F}">
      <dsp:nvSpPr>
        <dsp:cNvPr id="0" name=""/>
        <dsp:cNvSpPr/>
      </dsp:nvSpPr>
      <dsp:spPr>
        <a:xfrm>
          <a:off x="3688425" y="1618229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300" kern="1200"/>
            <a:t>Payment Processing</a:t>
          </a:r>
          <a:endParaRPr lang="en-US" sz="2300" kern="1200"/>
        </a:p>
      </dsp:txBody>
      <dsp:txXfrm>
        <a:off x="3688425" y="1618229"/>
        <a:ext cx="3138750" cy="470812"/>
      </dsp:txXfrm>
    </dsp:sp>
    <dsp:sp modelId="{7157A414-552A-4FD5-AE6C-ED8FDA0F9198}">
      <dsp:nvSpPr>
        <dsp:cNvPr id="0" name=""/>
        <dsp:cNvSpPr/>
      </dsp:nvSpPr>
      <dsp:spPr>
        <a:xfrm>
          <a:off x="3688425" y="2161514"/>
          <a:ext cx="3138750" cy="1825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Calculate hourly pay or salaried pay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Apply bonus or penalty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Generate formatted payslips</a:t>
          </a:r>
          <a:endParaRPr lang="en-US" sz="1700" kern="1200"/>
        </a:p>
      </dsp:txBody>
      <dsp:txXfrm>
        <a:off x="3688425" y="2161514"/>
        <a:ext cx="3138750" cy="1825972"/>
      </dsp:txXfrm>
    </dsp:sp>
    <dsp:sp modelId="{96E7F2DC-A119-4703-8942-5E607808E241}">
      <dsp:nvSpPr>
        <dsp:cNvPr id="0" name=""/>
        <dsp:cNvSpPr/>
      </dsp:nvSpPr>
      <dsp:spPr>
        <a:xfrm>
          <a:off x="8396550" y="363850"/>
          <a:ext cx="1098562" cy="1098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710092-3DE0-4434-B125-0D81E4EB01E4}">
      <dsp:nvSpPr>
        <dsp:cNvPr id="0" name=""/>
        <dsp:cNvSpPr/>
      </dsp:nvSpPr>
      <dsp:spPr>
        <a:xfrm>
          <a:off x="7376456" y="1618229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300" kern="1200"/>
            <a:t>Data Persistence</a:t>
          </a:r>
          <a:endParaRPr lang="en-US" sz="2300" kern="1200"/>
        </a:p>
      </dsp:txBody>
      <dsp:txXfrm>
        <a:off x="7376456" y="1618229"/>
        <a:ext cx="3138750" cy="470812"/>
      </dsp:txXfrm>
    </dsp:sp>
    <dsp:sp modelId="{4D6C0421-8FED-4718-B61C-459C54A8AFA0}">
      <dsp:nvSpPr>
        <dsp:cNvPr id="0" name=""/>
        <dsp:cNvSpPr/>
      </dsp:nvSpPr>
      <dsp:spPr>
        <a:xfrm>
          <a:off x="7376456" y="2161514"/>
          <a:ext cx="3138750" cy="1825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Load and save employees via CSV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Uses an adapter to map CSV to Employee objects</a:t>
          </a:r>
          <a:endParaRPr lang="en-US" sz="1700" kern="1200"/>
        </a:p>
      </dsp:txBody>
      <dsp:txXfrm>
        <a:off x="7376456" y="2161514"/>
        <a:ext cx="3138750" cy="18259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E4ED8F-AFB4-4661-B887-F55CF6086622}">
      <dsp:nvSpPr>
        <dsp:cNvPr id="0" name=""/>
        <dsp:cNvSpPr/>
      </dsp:nvSpPr>
      <dsp:spPr>
        <a:xfrm>
          <a:off x="0" y="1892"/>
          <a:ext cx="6364224" cy="46683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Encapsulation</a:t>
          </a:r>
          <a:endParaRPr lang="en-US" sz="1900" kern="1200"/>
        </a:p>
      </dsp:txBody>
      <dsp:txXfrm>
        <a:off x="22789" y="24681"/>
        <a:ext cx="6318646" cy="421252"/>
      </dsp:txXfrm>
    </dsp:sp>
    <dsp:sp modelId="{77287FFA-DA10-489A-8258-1D2F9326A0E6}">
      <dsp:nvSpPr>
        <dsp:cNvPr id="0" name=""/>
        <dsp:cNvSpPr/>
      </dsp:nvSpPr>
      <dsp:spPr>
        <a:xfrm>
          <a:off x="0" y="468722"/>
          <a:ext cx="6364224" cy="521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/>
            <a:t>Private member data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/>
            <a:t>Getter/setter methods</a:t>
          </a:r>
          <a:endParaRPr lang="en-US" sz="1500" kern="1200"/>
        </a:p>
      </dsp:txBody>
      <dsp:txXfrm>
        <a:off x="0" y="468722"/>
        <a:ext cx="6364224" cy="521122"/>
      </dsp:txXfrm>
    </dsp:sp>
    <dsp:sp modelId="{4D166B4F-65C2-4F29-B332-479C251CD9EE}">
      <dsp:nvSpPr>
        <dsp:cNvPr id="0" name=""/>
        <dsp:cNvSpPr/>
      </dsp:nvSpPr>
      <dsp:spPr>
        <a:xfrm>
          <a:off x="0" y="989844"/>
          <a:ext cx="6364224" cy="466830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Inheritance</a:t>
          </a:r>
          <a:endParaRPr lang="en-US" sz="1900" kern="1200"/>
        </a:p>
      </dsp:txBody>
      <dsp:txXfrm>
        <a:off x="22789" y="1012633"/>
        <a:ext cx="6318646" cy="421252"/>
      </dsp:txXfrm>
    </dsp:sp>
    <dsp:sp modelId="{D3C62DED-7151-4F61-AFAE-61BB7DB31FB9}">
      <dsp:nvSpPr>
        <dsp:cNvPr id="0" name=""/>
        <dsp:cNvSpPr/>
      </dsp:nvSpPr>
      <dsp:spPr>
        <a:xfrm>
          <a:off x="0" y="1456674"/>
          <a:ext cx="6364224" cy="521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/>
            <a:t>HourlyEmployee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/>
            <a:t>SalariedEmployee</a:t>
          </a:r>
          <a:endParaRPr lang="en-US" sz="1500" kern="1200"/>
        </a:p>
      </dsp:txBody>
      <dsp:txXfrm>
        <a:off x="0" y="1456674"/>
        <a:ext cx="6364224" cy="521122"/>
      </dsp:txXfrm>
    </dsp:sp>
    <dsp:sp modelId="{A81A049D-6DB1-4254-8523-C287AF8EC393}">
      <dsp:nvSpPr>
        <dsp:cNvPr id="0" name=""/>
        <dsp:cNvSpPr/>
      </dsp:nvSpPr>
      <dsp:spPr>
        <a:xfrm>
          <a:off x="0" y="1977797"/>
          <a:ext cx="6364224" cy="46683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Polymorphism</a:t>
          </a:r>
          <a:endParaRPr lang="en-US" sz="1900" kern="1200"/>
        </a:p>
      </dsp:txBody>
      <dsp:txXfrm>
        <a:off x="22789" y="2000586"/>
        <a:ext cx="6318646" cy="421252"/>
      </dsp:txXfrm>
    </dsp:sp>
    <dsp:sp modelId="{4A228D0B-A3A6-4A26-8F68-D25826B83862}">
      <dsp:nvSpPr>
        <dsp:cNvPr id="0" name=""/>
        <dsp:cNvSpPr/>
      </dsp:nvSpPr>
      <dsp:spPr>
        <a:xfrm>
          <a:off x="0" y="2444627"/>
          <a:ext cx="6364224" cy="1297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/>
            <a:t>Virtual methods</a:t>
          </a:r>
          <a:endParaRPr lang="en-US" sz="1500" kern="120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/>
            <a:t>displayInfo</a:t>
          </a:r>
          <a:endParaRPr lang="en-US" sz="1500" kern="120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/>
            <a:t>calculatePay</a:t>
          </a:r>
          <a:endParaRPr lang="en-US" sz="1500" kern="120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/>
            <a:t>getEmployeeType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/>
            <a:t>Base-class pointers managing derived objects</a:t>
          </a:r>
          <a:endParaRPr lang="en-US" sz="1500" kern="1200"/>
        </a:p>
      </dsp:txBody>
      <dsp:txXfrm>
        <a:off x="0" y="2444627"/>
        <a:ext cx="6364224" cy="1297889"/>
      </dsp:txXfrm>
    </dsp:sp>
    <dsp:sp modelId="{C6246AD6-BD31-4BEE-8736-D9884F617825}">
      <dsp:nvSpPr>
        <dsp:cNvPr id="0" name=""/>
        <dsp:cNvSpPr/>
      </dsp:nvSpPr>
      <dsp:spPr>
        <a:xfrm>
          <a:off x="0" y="3742517"/>
          <a:ext cx="6364224" cy="466830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Abstract Classes</a:t>
          </a:r>
          <a:endParaRPr lang="en-US" sz="1900" kern="1200"/>
        </a:p>
      </dsp:txBody>
      <dsp:txXfrm>
        <a:off x="22789" y="3765306"/>
        <a:ext cx="6318646" cy="421252"/>
      </dsp:txXfrm>
    </dsp:sp>
    <dsp:sp modelId="{B835C420-904C-4C37-BA31-BCF8A87D251F}">
      <dsp:nvSpPr>
        <dsp:cNvPr id="0" name=""/>
        <dsp:cNvSpPr/>
      </dsp:nvSpPr>
      <dsp:spPr>
        <a:xfrm>
          <a:off x="0" y="4209347"/>
          <a:ext cx="6364224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/>
            <a:t>Employee is fully abstract</a:t>
          </a:r>
          <a:endParaRPr lang="en-US" sz="1500" kern="1200"/>
        </a:p>
      </dsp:txBody>
      <dsp:txXfrm>
        <a:off x="0" y="4209347"/>
        <a:ext cx="6364224" cy="314640"/>
      </dsp:txXfrm>
    </dsp:sp>
    <dsp:sp modelId="{02250ED2-C922-454C-962F-BC098526F36B}">
      <dsp:nvSpPr>
        <dsp:cNvPr id="0" name=""/>
        <dsp:cNvSpPr/>
      </dsp:nvSpPr>
      <dsp:spPr>
        <a:xfrm>
          <a:off x="0" y="4523987"/>
          <a:ext cx="6364224" cy="46683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Operator Overloading</a:t>
          </a:r>
          <a:endParaRPr lang="en-US" sz="1900" kern="1200"/>
        </a:p>
      </dsp:txBody>
      <dsp:txXfrm>
        <a:off x="22789" y="4546776"/>
        <a:ext cx="6318646" cy="421252"/>
      </dsp:txXfrm>
    </dsp:sp>
    <dsp:sp modelId="{C3259964-A219-4817-83F9-B1D4BEEFABE8}">
      <dsp:nvSpPr>
        <dsp:cNvPr id="0" name=""/>
        <dsp:cNvSpPr/>
      </dsp:nvSpPr>
      <dsp:spPr>
        <a:xfrm>
          <a:off x="0" y="4990817"/>
          <a:ext cx="6364224" cy="521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/>
            <a:t>Operator&lt;&lt; for printing Employee details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/>
            <a:t>PaymentSlip += and -= for adjustments</a:t>
          </a:r>
          <a:endParaRPr lang="en-US" sz="1500" kern="1200"/>
        </a:p>
      </dsp:txBody>
      <dsp:txXfrm>
        <a:off x="0" y="4990817"/>
        <a:ext cx="6364224" cy="52112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29F2F8-1715-4365-8E68-85111BCCA714}">
      <dsp:nvSpPr>
        <dsp:cNvPr id="0" name=""/>
        <dsp:cNvSpPr/>
      </dsp:nvSpPr>
      <dsp:spPr>
        <a:xfrm>
          <a:off x="762194" y="620385"/>
          <a:ext cx="812109" cy="8121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7E2D4B-B11F-46BB-83E0-192FC9F07896}">
      <dsp:nvSpPr>
        <dsp:cNvPr id="0" name=""/>
        <dsp:cNvSpPr/>
      </dsp:nvSpPr>
      <dsp:spPr>
        <a:xfrm>
          <a:off x="8092" y="1566249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300" kern="1200"/>
            <a:t>Factory Method</a:t>
          </a:r>
          <a:endParaRPr lang="en-US" sz="2300" kern="1200"/>
        </a:p>
      </dsp:txBody>
      <dsp:txXfrm>
        <a:off x="8092" y="1566249"/>
        <a:ext cx="2320312" cy="348046"/>
      </dsp:txXfrm>
    </dsp:sp>
    <dsp:sp modelId="{8E345DDA-0463-4DCC-9E87-03573C7367D1}">
      <dsp:nvSpPr>
        <dsp:cNvPr id="0" name=""/>
        <dsp:cNvSpPr/>
      </dsp:nvSpPr>
      <dsp:spPr>
        <a:xfrm>
          <a:off x="8092" y="1976507"/>
          <a:ext cx="2320312" cy="1754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EmployeeFactory creates Hourly or Salaried employees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Removes new from main and centralizes object creation</a:t>
          </a:r>
          <a:endParaRPr lang="en-US" sz="1700" kern="1200"/>
        </a:p>
      </dsp:txBody>
      <dsp:txXfrm>
        <a:off x="8092" y="1976507"/>
        <a:ext cx="2320312" cy="1754444"/>
      </dsp:txXfrm>
    </dsp:sp>
    <dsp:sp modelId="{62F24D4F-6EB4-4803-8E86-A6924F45647F}">
      <dsp:nvSpPr>
        <dsp:cNvPr id="0" name=""/>
        <dsp:cNvSpPr/>
      </dsp:nvSpPr>
      <dsp:spPr>
        <a:xfrm>
          <a:off x="3488561" y="620385"/>
          <a:ext cx="812109" cy="8121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3E376B-206F-4D00-A196-F0DDA8E4AD32}">
      <dsp:nvSpPr>
        <dsp:cNvPr id="0" name=""/>
        <dsp:cNvSpPr/>
      </dsp:nvSpPr>
      <dsp:spPr>
        <a:xfrm>
          <a:off x="2734460" y="1566249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300" kern="1200"/>
            <a:t>Singleton Pattern</a:t>
          </a:r>
          <a:endParaRPr lang="en-US" sz="2300" kern="1200"/>
        </a:p>
      </dsp:txBody>
      <dsp:txXfrm>
        <a:off x="2734460" y="1566249"/>
        <a:ext cx="2320312" cy="348046"/>
      </dsp:txXfrm>
    </dsp:sp>
    <dsp:sp modelId="{A5D0C868-1754-44F6-9A51-F86AD3B8303C}">
      <dsp:nvSpPr>
        <dsp:cNvPr id="0" name=""/>
        <dsp:cNvSpPr/>
      </dsp:nvSpPr>
      <dsp:spPr>
        <a:xfrm>
          <a:off x="2734460" y="1976507"/>
          <a:ext cx="2320312" cy="1754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EmployeeManager ensures single global instance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Central point for storing, searching and managing employees</a:t>
          </a:r>
          <a:endParaRPr lang="en-US" sz="1700" kern="1200"/>
        </a:p>
      </dsp:txBody>
      <dsp:txXfrm>
        <a:off x="2734460" y="1976507"/>
        <a:ext cx="2320312" cy="1754444"/>
      </dsp:txXfrm>
    </dsp:sp>
    <dsp:sp modelId="{4EA776DD-5C7D-4DF5-BC0A-3367F97B04EE}">
      <dsp:nvSpPr>
        <dsp:cNvPr id="0" name=""/>
        <dsp:cNvSpPr/>
      </dsp:nvSpPr>
      <dsp:spPr>
        <a:xfrm>
          <a:off x="6214928" y="620385"/>
          <a:ext cx="812109" cy="8121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D57432-3022-45D6-BB6B-2D1AF238327B}">
      <dsp:nvSpPr>
        <dsp:cNvPr id="0" name=""/>
        <dsp:cNvSpPr/>
      </dsp:nvSpPr>
      <dsp:spPr>
        <a:xfrm>
          <a:off x="5460827" y="1566249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300" kern="1200"/>
            <a:t>Strategy Pattern</a:t>
          </a:r>
          <a:endParaRPr lang="en-US" sz="2300" kern="1200"/>
        </a:p>
      </dsp:txBody>
      <dsp:txXfrm>
        <a:off x="5460827" y="1566249"/>
        <a:ext cx="2320312" cy="348046"/>
      </dsp:txXfrm>
    </dsp:sp>
    <dsp:sp modelId="{3E3D96ED-FF90-4608-8A93-F39342BFE858}">
      <dsp:nvSpPr>
        <dsp:cNvPr id="0" name=""/>
        <dsp:cNvSpPr/>
      </dsp:nvSpPr>
      <dsp:spPr>
        <a:xfrm>
          <a:off x="5460827" y="1976507"/>
          <a:ext cx="2320312" cy="1754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Each employee type has its own pay-calculation strategy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calculatePay() polymorphically  executes type-specific logic</a:t>
          </a:r>
          <a:endParaRPr lang="en-US" sz="1700" kern="1200"/>
        </a:p>
      </dsp:txBody>
      <dsp:txXfrm>
        <a:off x="5460827" y="1976507"/>
        <a:ext cx="2320312" cy="1754444"/>
      </dsp:txXfrm>
    </dsp:sp>
    <dsp:sp modelId="{949CFFD8-ACAC-4C67-B2E6-45CBF6BD317C}">
      <dsp:nvSpPr>
        <dsp:cNvPr id="0" name=""/>
        <dsp:cNvSpPr/>
      </dsp:nvSpPr>
      <dsp:spPr>
        <a:xfrm>
          <a:off x="8941296" y="620385"/>
          <a:ext cx="812109" cy="8121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604AC7-A1E5-4141-8732-28EE8ADCDB1A}">
      <dsp:nvSpPr>
        <dsp:cNvPr id="0" name=""/>
        <dsp:cNvSpPr/>
      </dsp:nvSpPr>
      <dsp:spPr>
        <a:xfrm>
          <a:off x="8187194" y="1566249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300" kern="1200"/>
            <a:t>Adapter Pattern</a:t>
          </a:r>
          <a:endParaRPr lang="en-US" sz="2300" kern="1200"/>
        </a:p>
      </dsp:txBody>
      <dsp:txXfrm>
        <a:off x="8187194" y="1566249"/>
        <a:ext cx="2320312" cy="348046"/>
      </dsp:txXfrm>
    </dsp:sp>
    <dsp:sp modelId="{86E8C6DB-E39A-4F67-B7B1-AB08F486586C}">
      <dsp:nvSpPr>
        <dsp:cNvPr id="0" name=""/>
        <dsp:cNvSpPr/>
      </dsp:nvSpPr>
      <dsp:spPr>
        <a:xfrm>
          <a:off x="8187194" y="1976507"/>
          <a:ext cx="2320312" cy="1754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CsvDataSource adapts CSV files to Employee objects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Outputs Employee* objects using Factory</a:t>
          </a:r>
          <a:endParaRPr lang="en-US" sz="1700" kern="1200"/>
        </a:p>
      </dsp:txBody>
      <dsp:txXfrm>
        <a:off x="8187194" y="1976507"/>
        <a:ext cx="2320312" cy="17544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0ADC75-1927-4B9F-842A-8DB22B8D4170}">
      <dsp:nvSpPr>
        <dsp:cNvPr id="0" name=""/>
        <dsp:cNvSpPr/>
      </dsp:nvSpPr>
      <dsp:spPr>
        <a:xfrm>
          <a:off x="602725" y="1196617"/>
          <a:ext cx="645257" cy="6452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6970E3-23D8-408F-ADE1-FEC09C70DEA3}">
      <dsp:nvSpPr>
        <dsp:cNvPr id="0" name=""/>
        <dsp:cNvSpPr/>
      </dsp:nvSpPr>
      <dsp:spPr>
        <a:xfrm>
          <a:off x="3557" y="1926074"/>
          <a:ext cx="1843593" cy="397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400" kern="1200"/>
            <a:t>Employee (abstract)</a:t>
          </a:r>
          <a:endParaRPr lang="en-US" sz="1400" kern="1200"/>
        </a:p>
      </dsp:txBody>
      <dsp:txXfrm>
        <a:off x="3557" y="1926074"/>
        <a:ext cx="1843593" cy="397524"/>
      </dsp:txXfrm>
    </dsp:sp>
    <dsp:sp modelId="{41EF845D-5ACD-46A8-80D1-7BAC0E253A95}">
      <dsp:nvSpPr>
        <dsp:cNvPr id="0" name=""/>
        <dsp:cNvSpPr/>
      </dsp:nvSpPr>
      <dsp:spPr>
        <a:xfrm>
          <a:off x="3557" y="2362761"/>
          <a:ext cx="1843593" cy="791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HourlyEmployee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SalariedEmployee</a:t>
          </a:r>
          <a:endParaRPr lang="en-US" sz="1100" kern="1200"/>
        </a:p>
      </dsp:txBody>
      <dsp:txXfrm>
        <a:off x="3557" y="2362761"/>
        <a:ext cx="1843593" cy="791958"/>
      </dsp:txXfrm>
    </dsp:sp>
    <dsp:sp modelId="{D93FD49D-BA56-4B15-8BF0-CEFDCFA7A4CA}">
      <dsp:nvSpPr>
        <dsp:cNvPr id="0" name=""/>
        <dsp:cNvSpPr/>
      </dsp:nvSpPr>
      <dsp:spPr>
        <a:xfrm>
          <a:off x="2768948" y="1196617"/>
          <a:ext cx="645257" cy="6452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729ED1-98D1-4235-AC83-5F4B7E92C838}">
      <dsp:nvSpPr>
        <dsp:cNvPr id="0" name=""/>
        <dsp:cNvSpPr/>
      </dsp:nvSpPr>
      <dsp:spPr>
        <a:xfrm>
          <a:off x="2169780" y="1926074"/>
          <a:ext cx="1843593" cy="397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400" kern="1200"/>
            <a:t>EmployeeFactory</a:t>
          </a:r>
          <a:endParaRPr lang="en-US" sz="1400" kern="1200"/>
        </a:p>
      </dsp:txBody>
      <dsp:txXfrm>
        <a:off x="2169780" y="1926074"/>
        <a:ext cx="1843593" cy="397524"/>
      </dsp:txXfrm>
    </dsp:sp>
    <dsp:sp modelId="{FA5BB7E1-1C75-4344-8C2B-C282570E65AC}">
      <dsp:nvSpPr>
        <dsp:cNvPr id="0" name=""/>
        <dsp:cNvSpPr/>
      </dsp:nvSpPr>
      <dsp:spPr>
        <a:xfrm>
          <a:off x="2169780" y="2362761"/>
          <a:ext cx="1843593" cy="791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Creates hourly or salaried employees</a:t>
          </a:r>
          <a:endParaRPr lang="en-US" sz="1100" kern="1200"/>
        </a:p>
      </dsp:txBody>
      <dsp:txXfrm>
        <a:off x="2169780" y="2362761"/>
        <a:ext cx="1843593" cy="791958"/>
      </dsp:txXfrm>
    </dsp:sp>
    <dsp:sp modelId="{C43B9338-18C3-4E64-8E91-2D485B2A308B}">
      <dsp:nvSpPr>
        <dsp:cNvPr id="0" name=""/>
        <dsp:cNvSpPr/>
      </dsp:nvSpPr>
      <dsp:spPr>
        <a:xfrm>
          <a:off x="4935171" y="1196617"/>
          <a:ext cx="645257" cy="6452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637098-444D-46FC-A06D-7AEAEAD659CA}">
      <dsp:nvSpPr>
        <dsp:cNvPr id="0" name=""/>
        <dsp:cNvSpPr/>
      </dsp:nvSpPr>
      <dsp:spPr>
        <a:xfrm>
          <a:off x="4336003" y="1926074"/>
          <a:ext cx="1843593" cy="397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400" kern="1200"/>
            <a:t>EmployeeManager (singleton)</a:t>
          </a:r>
          <a:endParaRPr lang="en-US" sz="1400" kern="1200"/>
        </a:p>
      </dsp:txBody>
      <dsp:txXfrm>
        <a:off x="4336003" y="1926074"/>
        <a:ext cx="1843593" cy="397524"/>
      </dsp:txXfrm>
    </dsp:sp>
    <dsp:sp modelId="{4DD18D6B-64E6-49C8-9D13-3C691C91E05E}">
      <dsp:nvSpPr>
        <dsp:cNvPr id="0" name=""/>
        <dsp:cNvSpPr/>
      </dsp:nvSpPr>
      <dsp:spPr>
        <a:xfrm>
          <a:off x="4336003" y="2362761"/>
          <a:ext cx="1843593" cy="791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Manages Employee*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Handles CRUD</a:t>
          </a:r>
          <a:endParaRPr lang="en-US" sz="1100" kern="1200"/>
        </a:p>
      </dsp:txBody>
      <dsp:txXfrm>
        <a:off x="4336003" y="2362761"/>
        <a:ext cx="1843593" cy="791958"/>
      </dsp:txXfrm>
    </dsp:sp>
    <dsp:sp modelId="{76A32497-FEEE-43F1-A4F5-CD8C921C77C1}">
      <dsp:nvSpPr>
        <dsp:cNvPr id="0" name=""/>
        <dsp:cNvSpPr/>
      </dsp:nvSpPr>
      <dsp:spPr>
        <a:xfrm>
          <a:off x="7101393" y="1196617"/>
          <a:ext cx="645257" cy="6452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00162F-C72D-49E7-B49D-34AE3C483CD8}">
      <dsp:nvSpPr>
        <dsp:cNvPr id="0" name=""/>
        <dsp:cNvSpPr/>
      </dsp:nvSpPr>
      <dsp:spPr>
        <a:xfrm>
          <a:off x="6502225" y="1926074"/>
          <a:ext cx="1843593" cy="397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400" kern="1200"/>
            <a:t>CsvDataSource (adapter)</a:t>
          </a:r>
          <a:endParaRPr lang="en-US" sz="1400" kern="1200"/>
        </a:p>
      </dsp:txBody>
      <dsp:txXfrm>
        <a:off x="6502225" y="1926074"/>
        <a:ext cx="1843593" cy="397524"/>
      </dsp:txXfrm>
    </dsp:sp>
    <dsp:sp modelId="{2380A351-39AE-41CC-8C9A-417CEA475C16}">
      <dsp:nvSpPr>
        <dsp:cNvPr id="0" name=""/>
        <dsp:cNvSpPr/>
      </dsp:nvSpPr>
      <dsp:spPr>
        <a:xfrm>
          <a:off x="6502225" y="2362761"/>
          <a:ext cx="1843593" cy="791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LoadEmployees()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SaveEmployees()</a:t>
          </a:r>
          <a:endParaRPr lang="en-US" sz="1100" kern="1200"/>
        </a:p>
      </dsp:txBody>
      <dsp:txXfrm>
        <a:off x="6502225" y="2362761"/>
        <a:ext cx="1843593" cy="791958"/>
      </dsp:txXfrm>
    </dsp:sp>
    <dsp:sp modelId="{59A38630-7573-46AB-A883-2EA93A10D7F8}">
      <dsp:nvSpPr>
        <dsp:cNvPr id="0" name=""/>
        <dsp:cNvSpPr/>
      </dsp:nvSpPr>
      <dsp:spPr>
        <a:xfrm>
          <a:off x="9267616" y="1196617"/>
          <a:ext cx="645257" cy="64525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DC702B-17AE-4068-B52B-25E9F7984ED3}">
      <dsp:nvSpPr>
        <dsp:cNvPr id="0" name=""/>
        <dsp:cNvSpPr/>
      </dsp:nvSpPr>
      <dsp:spPr>
        <a:xfrm>
          <a:off x="8668448" y="1926074"/>
          <a:ext cx="1843593" cy="397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400" kern="1200"/>
            <a:t>PaymentSlip</a:t>
          </a:r>
          <a:endParaRPr lang="en-US" sz="1400" kern="1200"/>
        </a:p>
      </dsp:txBody>
      <dsp:txXfrm>
        <a:off x="8668448" y="1926074"/>
        <a:ext cx="1843593" cy="397524"/>
      </dsp:txXfrm>
    </dsp:sp>
    <dsp:sp modelId="{131DF72B-BC22-407D-9498-4BAD69C74E57}">
      <dsp:nvSpPr>
        <dsp:cNvPr id="0" name=""/>
        <dsp:cNvSpPr/>
      </dsp:nvSpPr>
      <dsp:spPr>
        <a:xfrm>
          <a:off x="8668448" y="2362761"/>
          <a:ext cx="1843593" cy="791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Uses operator overloading for adjustments</a:t>
          </a:r>
          <a:endParaRPr lang="en-US" sz="1100" kern="1200"/>
        </a:p>
      </dsp:txBody>
      <dsp:txXfrm>
        <a:off x="8668448" y="2362761"/>
        <a:ext cx="1843593" cy="79195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EC23CF-90DD-41CA-A38E-E22AE4654A59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This project improved understanding of real-world OOP design</a:t>
          </a:r>
          <a:endParaRPr lang="en-US" sz="2600" kern="1200"/>
        </a:p>
      </dsp:txBody>
      <dsp:txXfrm>
        <a:off x="0" y="39687"/>
        <a:ext cx="3286125" cy="1971675"/>
      </dsp:txXfrm>
    </dsp:sp>
    <dsp:sp modelId="{7D06BB44-5FD4-4D47-B660-43E1314C5848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Learned how to apply multiple design patterns together</a:t>
          </a:r>
          <a:endParaRPr lang="en-US" sz="2600" kern="1200"/>
        </a:p>
      </dsp:txBody>
      <dsp:txXfrm>
        <a:off x="3614737" y="39687"/>
        <a:ext cx="3286125" cy="1971675"/>
      </dsp:txXfrm>
    </dsp:sp>
    <dsp:sp modelId="{C475FEAF-5E30-4A2B-9F1D-0486348B7195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Gained experience with file handling and data persistence</a:t>
          </a:r>
          <a:endParaRPr lang="en-US" sz="2600" kern="1200"/>
        </a:p>
      </dsp:txBody>
      <dsp:txXfrm>
        <a:off x="7229475" y="39687"/>
        <a:ext cx="3286125" cy="1971675"/>
      </dsp:txXfrm>
    </dsp:sp>
    <dsp:sp modelId="{76C02C12-BFFF-47F8-BC9E-F12B57935494}">
      <dsp:nvSpPr>
        <dsp:cNvPr id="0" name=""/>
        <dsp:cNvSpPr/>
      </dsp:nvSpPr>
      <dsp:spPr>
        <a:xfrm>
          <a:off x="1807368" y="2339975"/>
          <a:ext cx="3286125" cy="197167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Understood the importance of clean architecture and modularity</a:t>
          </a:r>
          <a:endParaRPr lang="en-US" sz="2600" kern="1200"/>
        </a:p>
      </dsp:txBody>
      <dsp:txXfrm>
        <a:off x="1807368" y="2339975"/>
        <a:ext cx="3286125" cy="1971675"/>
      </dsp:txXfrm>
    </dsp:sp>
    <dsp:sp modelId="{B90F72B2-A713-4366-8EE7-79912136DBEE}">
      <dsp:nvSpPr>
        <dsp:cNvPr id="0" name=""/>
        <dsp:cNvSpPr/>
      </dsp:nvSpPr>
      <dsp:spPr>
        <a:xfrm>
          <a:off x="5422106" y="2339975"/>
          <a:ext cx="3286125" cy="197167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Future improvements can possibly make it production-grade</a:t>
          </a:r>
          <a:endParaRPr lang="en-US" sz="2600" kern="1200"/>
        </a:p>
      </dsp:txBody>
      <dsp:txXfrm>
        <a:off x="5422106" y="2339975"/>
        <a:ext cx="3286125" cy="1971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15031" y="1380754"/>
            <a:ext cx="5561938" cy="2513516"/>
          </a:xfrm>
        </p:spPr>
        <p:txBody>
          <a:bodyPr>
            <a:normAutofit/>
          </a:bodyPr>
          <a:lstStyle/>
          <a:p>
            <a:r>
              <a:rPr lang="en-GB" dirty="0" err="1"/>
              <a:t>WageWise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15031" y="4076802"/>
            <a:ext cx="5561938" cy="153458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sz="2000"/>
              <a:t>Employment Payment Management System</a:t>
            </a:r>
          </a:p>
          <a:p>
            <a:r>
              <a:rPr lang="en-GB" sz="2000"/>
              <a:t>COMP3773 – Advanced Object-Oriented Programming</a:t>
            </a:r>
          </a:p>
          <a:p>
            <a:r>
              <a:rPr lang="en-GB" sz="2000"/>
              <a:t>Melita Leonie Pereira - 0307264p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75CCE5-816D-1415-BE92-263AC7262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GB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EEC7C7-8ECA-4A19-24D8-F8E704FEAB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8747257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0130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4EF644-6086-6D01-93BF-D20942FDA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CBEC6-2E7E-522C-F7D5-FB6EFDD44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400"/>
              <a:t>Console-based payroll management application</a:t>
            </a:r>
          </a:p>
          <a:p>
            <a:r>
              <a:rPr lang="en-GB" sz="2400"/>
              <a:t>Supports two employee types: Hourly and Salaried</a:t>
            </a:r>
          </a:p>
          <a:p>
            <a:r>
              <a:rPr lang="en-GB" sz="2400"/>
              <a:t>Automatically calculates pay based on employee category</a:t>
            </a:r>
          </a:p>
          <a:p>
            <a:r>
              <a:rPr lang="en-GB" sz="2400"/>
              <a:t>Stores and loads data from CSV using an adapter class</a:t>
            </a:r>
          </a:p>
          <a:p>
            <a:r>
              <a:rPr lang="en-GB" sz="2400"/>
              <a:t>Centralized employee management through Singleton pattern</a:t>
            </a:r>
          </a:p>
          <a:p>
            <a:r>
              <a:rPr lang="en-GB" sz="2400"/>
              <a:t>Clean separation of responsibilities across classes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449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30CC3E-8B9F-89C0-0D47-4C496BD3C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GB">
                <a:solidFill>
                  <a:srgbClr val="FFFFFF"/>
                </a:solidFill>
              </a:rPr>
              <a:t>Core Functionalities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3B0250F-653B-41D2-E2D4-6D891A5FCD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9076245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5385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7B889E-B4D0-4AFA-7517-893FC1630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GB" sz="4000"/>
              <a:t>OOP Features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870BFE-4B5F-A325-21F9-9DF36E1BFB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7952904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2378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A8A387-C833-B94D-FBBF-7A3F878FA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GB">
                <a:solidFill>
                  <a:srgbClr val="FFFFFF"/>
                </a:solidFill>
              </a:rPr>
              <a:t>Design Patterns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415058-4148-0458-36BE-A04CE4D24F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6104248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6779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A diagram of a company&#10;&#10;AI-generated content may be incorrect.">
            <a:extLst>
              <a:ext uri="{FF2B5EF4-FFF2-40B4-BE49-F238E27FC236}">
                <a16:creationId xmlns:a16="http://schemas.microsoft.com/office/drawing/2014/main" id="{61BCBEE5-F338-999F-BB5C-EB3390BD66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8" r="948" b="-361"/>
          <a:stretch>
            <a:fillRect/>
          </a:stretch>
        </p:blipFill>
        <p:spPr>
          <a:xfrm>
            <a:off x="1806463" y="1723506"/>
            <a:ext cx="8692660" cy="5125274"/>
          </a:xfrm>
          <a:prstGeom prst="rect">
            <a:avLst/>
          </a:prstGeom>
        </p:spPr>
      </p:pic>
      <p:sp useBgFill="1">
        <p:nvSpPr>
          <p:cNvPr id="13" name="Rectangle 12" hidden="1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Rectangle 14" hidden="1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01A5A0-8D20-C211-6030-70F1C02BA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GB" sz="4000"/>
              <a:t>UML diagram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0301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6CED5-8F16-0512-D8F9-D9951605C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GB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E0F72B3-E765-8D31-B7F1-72E262B82C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0326039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0690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DC4265-45C6-52B6-010B-FF206A4A3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Future Scope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3B463-5EF7-1D83-7CE8-ADD3B246E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600"/>
              <a:t>Add validation for incorrect inputs</a:t>
            </a:r>
          </a:p>
          <a:p>
            <a:r>
              <a:rPr lang="en-GB" sz="2600"/>
              <a:t>Implement sorting and filtering</a:t>
            </a:r>
          </a:p>
          <a:p>
            <a:r>
              <a:rPr lang="en-GB" sz="2600"/>
              <a:t>More employee types (contract, commission-based)</a:t>
            </a:r>
          </a:p>
          <a:p>
            <a:r>
              <a:rPr lang="en-GB" sz="2600"/>
              <a:t>GUI instead of basic console or command-line interface</a:t>
            </a:r>
          </a:p>
          <a:p>
            <a:r>
              <a:rPr lang="en-GB" sz="2600"/>
              <a:t>Encrypt sensitive employee data</a:t>
            </a:r>
          </a:p>
          <a:p>
            <a:r>
              <a:rPr lang="en-GB" sz="2600"/>
              <a:t>Introduce unit testing</a:t>
            </a:r>
          </a:p>
          <a:p>
            <a:r>
              <a:rPr lang="en-GB" sz="2600"/>
              <a:t>Improve CSV import/export (error detection)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186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AB6FF3-52A3-2BA1-4122-C1389C03D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GB">
                <a:solidFill>
                  <a:srgbClr val="FFFFFF"/>
                </a:solidFill>
              </a:rPr>
              <a:t>Reflection and Conclusion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236A00-A070-E1CC-BC1D-7DC1654509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8278065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27689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5BB4C1-F1FA-49D2-FA0F-5C84C87DC2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5031" y="1380754"/>
            <a:ext cx="5561938" cy="2513516"/>
          </a:xfrm>
        </p:spPr>
        <p:txBody>
          <a:bodyPr>
            <a:normAutofit/>
          </a:bodyPr>
          <a:lstStyle/>
          <a:p>
            <a:r>
              <a:rPr lang="en-GB" dirty="0"/>
              <a:t>Thank You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35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WageWise</vt:lpstr>
      <vt:lpstr>Objectives</vt:lpstr>
      <vt:lpstr>Overview</vt:lpstr>
      <vt:lpstr>Core Functionalities</vt:lpstr>
      <vt:lpstr>OOP Features</vt:lpstr>
      <vt:lpstr>Design Patterns</vt:lpstr>
      <vt:lpstr>UML diagram</vt:lpstr>
      <vt:lpstr>Architecture</vt:lpstr>
      <vt:lpstr>Future Scope</vt:lpstr>
      <vt:lpstr>Reflection and 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322</cp:revision>
  <dcterms:created xsi:type="dcterms:W3CDTF">2025-12-01T02:48:09Z</dcterms:created>
  <dcterms:modified xsi:type="dcterms:W3CDTF">2025-12-01T03:42:13Z</dcterms:modified>
</cp:coreProperties>
</file>